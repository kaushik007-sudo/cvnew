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ts of a Computer" id="{7aef7929-c72f-efb5-d58a-f4a6d04804d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a computer in the room if you can. Ask: what parts can you see? Today we learn five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Touch each label and say the name together. Ask children to point to each part in the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CPU is the brain. It is inside the tower (the box). Ask: what does your brain do? The CPU helps the computer think.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monitor is the screen. It shows pictures, words and videos so we can see what the computer is doing.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keyboard has letter and number keys. Ask a child to find the first letter of their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mouse moves a small arrow (pointer) on the screen. Click the left button to choose things.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printer puts what is on the screen onto paper. Ask: what would you like to print?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 = C Keyboard, 2 = E Printer, 3 = A CPU, 4 = B Monitor, 5 = D Mouse.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point to a part and let the children shout its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69494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78308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D166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1B2A6B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Parts of a Computer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783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D166"/>
                </a:solidFill>
              </a:rPr>
              <a:t>Can you name them all?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0" y="320040"/>
            <a:ext cx="822960" cy="8229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" name="Shape 3"/>
          <p:cNvSpPr/>
          <p:nvPr/>
        </p:nvSpPr>
        <p:spPr>
          <a:xfrm>
            <a:off x="7818120" y="141732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0" y="1005840"/>
            <a:ext cx="228600" cy="22860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Shape 5"/>
          <p:cNvSpPr/>
          <p:nvPr/>
        </p:nvSpPr>
        <p:spPr>
          <a:xfrm>
            <a:off x="525780" y="3224403"/>
            <a:ext cx="1508760" cy="100584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8" name="Shape 6"/>
          <p:cNvSpPr/>
          <p:nvPr/>
        </p:nvSpPr>
        <p:spPr>
          <a:xfrm>
            <a:off x="586130" y="3284753"/>
            <a:ext cx="1388059" cy="885139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9" name="Shape 7"/>
          <p:cNvSpPr/>
          <p:nvPr/>
        </p:nvSpPr>
        <p:spPr>
          <a:xfrm>
            <a:off x="1581912" y="3375279"/>
            <a:ext cx="251460" cy="2514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Shape 8"/>
          <p:cNvSpPr/>
          <p:nvPr/>
        </p:nvSpPr>
        <p:spPr>
          <a:xfrm>
            <a:off x="726948" y="3501009"/>
            <a:ext cx="402336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877824" y="3425571"/>
            <a:ext cx="301752" cy="22631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86130" y="3978783"/>
            <a:ext cx="1388059" cy="191110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3" name="Shape 11"/>
          <p:cNvSpPr/>
          <p:nvPr/>
        </p:nvSpPr>
        <p:spPr>
          <a:xfrm>
            <a:off x="1179576" y="4230243"/>
            <a:ext cx="201168" cy="150876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4" name="Shape 12"/>
          <p:cNvSpPr/>
          <p:nvPr/>
        </p:nvSpPr>
        <p:spPr>
          <a:xfrm>
            <a:off x="978408" y="4371061"/>
            <a:ext cx="603504" cy="80467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304288" y="3236976"/>
            <a:ext cx="603504" cy="1207008"/>
          </a:xfrm>
          <a:prstGeom prst="roundRect">
            <a:avLst>
              <a:gd name="adj" fmla="val 8333"/>
            </a:avLst>
          </a:prstGeom>
          <a:solidFill>
            <a:srgbClr val="8D99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354580" y="3287268"/>
            <a:ext cx="502920" cy="1106424"/>
          </a:xfrm>
          <a:prstGeom prst="roundRect">
            <a:avLst>
              <a:gd name="adj" fmla="val 8000"/>
            </a:avLst>
          </a:prstGeom>
          <a:solidFill>
            <a:srgbClr val="A9B3C6"/>
          </a:solidFill>
          <a:ln/>
        </p:spPr>
      </p:sp>
      <p:sp>
        <p:nvSpPr>
          <p:cNvPr id="17" name="Shape 15"/>
          <p:cNvSpPr/>
          <p:nvPr/>
        </p:nvSpPr>
        <p:spPr>
          <a:xfrm>
            <a:off x="2404872" y="3387852"/>
            <a:ext cx="402336" cy="70409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8" name="Shape 16"/>
          <p:cNvSpPr/>
          <p:nvPr/>
        </p:nvSpPr>
        <p:spPr>
          <a:xfrm>
            <a:off x="2404872" y="3513582"/>
            <a:ext cx="402336" cy="35204"/>
          </a:xfrm>
          <a:prstGeom prst="rect">
            <a:avLst/>
          </a:prstGeom>
          <a:solidFill>
            <a:srgbClr val="5C677D"/>
          </a:solidFill>
          <a:ln/>
        </p:spPr>
      </p:sp>
      <p:sp>
        <p:nvSpPr>
          <p:cNvPr id="19" name="Shape 17"/>
          <p:cNvSpPr/>
          <p:nvPr/>
        </p:nvSpPr>
        <p:spPr>
          <a:xfrm>
            <a:off x="2394814" y="3739896"/>
            <a:ext cx="181051" cy="181051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0" name="Shape 18"/>
          <p:cNvSpPr/>
          <p:nvPr/>
        </p:nvSpPr>
        <p:spPr>
          <a:xfrm>
            <a:off x="2656332" y="3780130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1" name="Shape 19"/>
          <p:cNvSpPr/>
          <p:nvPr/>
        </p:nvSpPr>
        <p:spPr>
          <a:xfrm>
            <a:off x="2404872" y="4117086"/>
            <a:ext cx="150876" cy="60350"/>
          </a:xfrm>
          <a:prstGeom prst="roundRect">
            <a:avLst>
              <a:gd name="adj" fmla="val 25000"/>
            </a:avLst>
          </a:prstGeom>
          <a:solidFill>
            <a:srgbClr val="2B2D42"/>
          </a:solidFill>
          <a:ln/>
        </p:spPr>
      </p:sp>
      <p:sp>
        <p:nvSpPr>
          <p:cNvPr id="22" name="Shape 20"/>
          <p:cNvSpPr/>
          <p:nvPr/>
        </p:nvSpPr>
        <p:spPr>
          <a:xfrm>
            <a:off x="2631186" y="4117086"/>
            <a:ext cx="150876" cy="60350"/>
          </a:xfrm>
          <a:prstGeom prst="roundRect">
            <a:avLst>
              <a:gd name="adj" fmla="val 25000"/>
            </a:avLst>
          </a:prstGeom>
          <a:solidFill>
            <a:srgbClr val="2B2D42"/>
          </a:solidFill>
          <a:ln/>
        </p:spPr>
      </p:sp>
      <p:sp>
        <p:nvSpPr>
          <p:cNvPr id="23" name="Shape 21"/>
          <p:cNvSpPr/>
          <p:nvPr/>
        </p:nvSpPr>
        <p:spPr>
          <a:xfrm>
            <a:off x="2404872" y="4242816"/>
            <a:ext cx="402336" cy="40234"/>
          </a:xfrm>
          <a:prstGeom prst="roundRect">
            <a:avLst>
              <a:gd name="adj" fmla="val 37500"/>
            </a:avLst>
          </a:prstGeom>
          <a:solidFill>
            <a:srgbClr val="5C677D"/>
          </a:solidFill>
          <a:ln/>
        </p:spPr>
      </p:sp>
      <p:sp>
        <p:nvSpPr>
          <p:cNvPr id="24" name="Shape 22"/>
          <p:cNvSpPr/>
          <p:nvPr/>
        </p:nvSpPr>
        <p:spPr>
          <a:xfrm>
            <a:off x="3246120" y="358902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00984" y="363474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433572" y="363474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566160" y="363474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8" name="Shape 26"/>
          <p:cNvSpPr/>
          <p:nvPr/>
        </p:nvSpPr>
        <p:spPr>
          <a:xfrm>
            <a:off x="3698748" y="363474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831336" y="363474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963924" y="363474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096512" y="363474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229100" y="363474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361688" y="363474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494276" y="363474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626864" y="363474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6" name="Shape 34"/>
          <p:cNvSpPr/>
          <p:nvPr/>
        </p:nvSpPr>
        <p:spPr>
          <a:xfrm>
            <a:off x="3300984" y="373989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7" name="Shape 35"/>
          <p:cNvSpPr/>
          <p:nvPr/>
        </p:nvSpPr>
        <p:spPr>
          <a:xfrm>
            <a:off x="3433572" y="373989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8" name="Shape 36"/>
          <p:cNvSpPr/>
          <p:nvPr/>
        </p:nvSpPr>
        <p:spPr>
          <a:xfrm>
            <a:off x="3566160" y="373989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9" name="Shape 37"/>
          <p:cNvSpPr/>
          <p:nvPr/>
        </p:nvSpPr>
        <p:spPr>
          <a:xfrm>
            <a:off x="3698748" y="373989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0" name="Shape 38"/>
          <p:cNvSpPr/>
          <p:nvPr/>
        </p:nvSpPr>
        <p:spPr>
          <a:xfrm>
            <a:off x="3831336" y="373989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963924" y="373989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096512" y="373989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229100" y="373989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361688" y="373989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5" name="Shape 43"/>
          <p:cNvSpPr/>
          <p:nvPr/>
        </p:nvSpPr>
        <p:spPr>
          <a:xfrm>
            <a:off x="4494276" y="373989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6" name="Shape 44"/>
          <p:cNvSpPr/>
          <p:nvPr/>
        </p:nvSpPr>
        <p:spPr>
          <a:xfrm>
            <a:off x="4626864" y="373989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7" name="Shape 45"/>
          <p:cNvSpPr/>
          <p:nvPr/>
        </p:nvSpPr>
        <p:spPr>
          <a:xfrm>
            <a:off x="3300984" y="384505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8" name="Shape 46"/>
          <p:cNvSpPr/>
          <p:nvPr/>
        </p:nvSpPr>
        <p:spPr>
          <a:xfrm>
            <a:off x="3433572" y="384505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9" name="Shape 47"/>
          <p:cNvSpPr/>
          <p:nvPr/>
        </p:nvSpPr>
        <p:spPr>
          <a:xfrm>
            <a:off x="3566160" y="384505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0" name="Shape 48"/>
          <p:cNvSpPr/>
          <p:nvPr/>
        </p:nvSpPr>
        <p:spPr>
          <a:xfrm>
            <a:off x="3698748" y="384505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1" name="Shape 49"/>
          <p:cNvSpPr/>
          <p:nvPr/>
        </p:nvSpPr>
        <p:spPr>
          <a:xfrm>
            <a:off x="3831336" y="384505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2" name="Shape 50"/>
          <p:cNvSpPr/>
          <p:nvPr/>
        </p:nvSpPr>
        <p:spPr>
          <a:xfrm>
            <a:off x="3963924" y="384505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3" name="Shape 51"/>
          <p:cNvSpPr/>
          <p:nvPr/>
        </p:nvSpPr>
        <p:spPr>
          <a:xfrm>
            <a:off x="4096512" y="384505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4" name="Shape 52"/>
          <p:cNvSpPr/>
          <p:nvPr/>
        </p:nvSpPr>
        <p:spPr>
          <a:xfrm>
            <a:off x="4229100" y="384505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5" name="Shape 53"/>
          <p:cNvSpPr/>
          <p:nvPr/>
        </p:nvSpPr>
        <p:spPr>
          <a:xfrm>
            <a:off x="4361688" y="384505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6" name="Shape 54"/>
          <p:cNvSpPr/>
          <p:nvPr/>
        </p:nvSpPr>
        <p:spPr>
          <a:xfrm>
            <a:off x="4494276" y="384505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7" name="Shape 55"/>
          <p:cNvSpPr/>
          <p:nvPr/>
        </p:nvSpPr>
        <p:spPr>
          <a:xfrm>
            <a:off x="4626864" y="384505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8" name="Shape 56"/>
          <p:cNvSpPr/>
          <p:nvPr/>
        </p:nvSpPr>
        <p:spPr>
          <a:xfrm>
            <a:off x="3611880" y="3954780"/>
            <a:ext cx="822960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59" name="Shape 57"/>
          <p:cNvSpPr/>
          <p:nvPr/>
        </p:nvSpPr>
        <p:spPr>
          <a:xfrm>
            <a:off x="3300984" y="3954780"/>
            <a:ext cx="251460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60" name="Shape 58"/>
          <p:cNvSpPr/>
          <p:nvPr/>
        </p:nvSpPr>
        <p:spPr>
          <a:xfrm>
            <a:off x="4494276" y="3954780"/>
            <a:ext cx="251460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61" name="Shape 59"/>
          <p:cNvSpPr/>
          <p:nvPr/>
        </p:nvSpPr>
        <p:spPr>
          <a:xfrm>
            <a:off x="5394960" y="3362706"/>
            <a:ext cx="0" cy="276606"/>
          </a:xfrm>
          <a:prstGeom prst="line">
            <a:avLst/>
          </a:prstGeom>
          <a:noFill/>
          <a:ln w="15716">
            <a:solidFill>
              <a:srgbClr val="5C677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168646" y="3614166"/>
            <a:ext cx="452628" cy="704088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0478">
            <a:solidFill>
              <a:srgbClr val="8D99A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178704" y="3624224"/>
            <a:ext cx="211226" cy="276606"/>
          </a:xfrm>
          <a:prstGeom prst="roundRect">
            <a:avLst>
              <a:gd name="adj" fmla="val 47619"/>
            </a:avLst>
          </a:prstGeom>
          <a:solidFill>
            <a:srgbClr val="BFD7FF"/>
          </a:solidFill>
          <a:ln/>
        </p:spPr>
      </p:sp>
      <p:sp>
        <p:nvSpPr>
          <p:cNvPr id="64" name="Shape 62"/>
          <p:cNvSpPr/>
          <p:nvPr/>
        </p:nvSpPr>
        <p:spPr>
          <a:xfrm>
            <a:off x="5399989" y="3624224"/>
            <a:ext cx="211226" cy="276606"/>
          </a:xfrm>
          <a:prstGeom prst="roundRect">
            <a:avLst>
              <a:gd name="adj" fmla="val 47619"/>
            </a:avLst>
          </a:prstGeom>
          <a:solidFill>
            <a:srgbClr val="FFD9B0"/>
          </a:solidFill>
          <a:ln/>
        </p:spPr>
      </p:sp>
      <p:sp>
        <p:nvSpPr>
          <p:cNvPr id="65" name="Shape 63"/>
          <p:cNvSpPr/>
          <p:nvPr/>
        </p:nvSpPr>
        <p:spPr>
          <a:xfrm>
            <a:off x="5359756" y="3674516"/>
            <a:ext cx="70409" cy="150876"/>
          </a:xfrm>
          <a:prstGeom prst="roundRect">
            <a:avLst>
              <a:gd name="adj" fmla="val 42857"/>
            </a:avLst>
          </a:prstGeom>
          <a:solidFill>
            <a:srgbClr val="8D99AE"/>
          </a:solidFill>
          <a:ln/>
        </p:spPr>
      </p:sp>
      <p:sp>
        <p:nvSpPr>
          <p:cNvPr id="66" name="Shape 64"/>
          <p:cNvSpPr/>
          <p:nvPr/>
        </p:nvSpPr>
        <p:spPr>
          <a:xfrm>
            <a:off x="6496812" y="3224403"/>
            <a:ext cx="905256" cy="452628"/>
          </a:xfrm>
          <a:prstGeom prst="rect">
            <a:avLst/>
          </a:prstGeom>
          <a:solidFill>
            <a:srgbClr val="FFFFFF"/>
          </a:solidFill>
          <a:ln w="10478">
            <a:solidFill>
              <a:srgbClr val="C0C6D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95060" y="3576447"/>
            <a:ext cx="1508760" cy="603504"/>
          </a:xfrm>
          <a:prstGeom prst="roundRect">
            <a:avLst>
              <a:gd name="adj" fmla="val 11667"/>
            </a:avLst>
          </a:prstGeom>
          <a:solidFill>
            <a:srgbClr val="5C677D"/>
          </a:solidFill>
          <a:ln/>
        </p:spPr>
      </p:sp>
      <p:sp>
        <p:nvSpPr>
          <p:cNvPr id="68" name="Shape 66"/>
          <p:cNvSpPr/>
          <p:nvPr/>
        </p:nvSpPr>
        <p:spPr>
          <a:xfrm>
            <a:off x="6255410" y="3626739"/>
            <a:ext cx="1388059" cy="176022"/>
          </a:xfrm>
          <a:prstGeom prst="roundRect">
            <a:avLst>
              <a:gd name="adj" fmla="val 22857"/>
            </a:avLst>
          </a:prstGeom>
          <a:solidFill>
            <a:srgbClr val="8D99AE"/>
          </a:solidFill>
          <a:ln/>
        </p:spPr>
      </p:sp>
      <p:sp>
        <p:nvSpPr>
          <p:cNvPr id="69" name="Shape 67"/>
          <p:cNvSpPr/>
          <p:nvPr/>
        </p:nvSpPr>
        <p:spPr>
          <a:xfrm>
            <a:off x="7376922" y="3677031"/>
            <a:ext cx="80467" cy="80467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0" name="Shape 68"/>
          <p:cNvSpPr/>
          <p:nvPr/>
        </p:nvSpPr>
        <p:spPr>
          <a:xfrm>
            <a:off x="7502652" y="3677031"/>
            <a:ext cx="80467" cy="80467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71" name="Shape 69"/>
          <p:cNvSpPr/>
          <p:nvPr/>
        </p:nvSpPr>
        <p:spPr>
          <a:xfrm>
            <a:off x="6345936" y="3978783"/>
            <a:ext cx="1207008" cy="35204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2" name="Shape 70"/>
          <p:cNvSpPr/>
          <p:nvPr/>
        </p:nvSpPr>
        <p:spPr>
          <a:xfrm>
            <a:off x="6446520" y="4003929"/>
            <a:ext cx="1005840" cy="452628"/>
          </a:xfrm>
          <a:prstGeom prst="rect">
            <a:avLst/>
          </a:prstGeom>
          <a:solidFill>
            <a:srgbClr val="FFFFFF"/>
          </a:solidFill>
          <a:ln w="10478">
            <a:solidFill>
              <a:srgbClr val="C0C6D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50608" y="4069309"/>
            <a:ext cx="150876" cy="15087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74" name="Shape 72"/>
          <p:cNvSpPr/>
          <p:nvPr/>
        </p:nvSpPr>
        <p:spPr>
          <a:xfrm>
            <a:off x="6521958" y="4305681"/>
            <a:ext cx="854964" cy="100584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75" name="Shape 73"/>
          <p:cNvSpPr/>
          <p:nvPr/>
        </p:nvSpPr>
        <p:spPr>
          <a:xfrm>
            <a:off x="6547104" y="4079367"/>
            <a:ext cx="226314" cy="125730"/>
          </a:xfrm>
          <a:prstGeom prst="ellipse">
            <a:avLst/>
          </a:prstGeom>
          <a:solidFill>
            <a:srgbClr val="7CC8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Look at the computer!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2377440" y="1371600"/>
            <a:ext cx="2331720" cy="155448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4" name="Shape 2"/>
          <p:cNvSpPr/>
          <p:nvPr/>
        </p:nvSpPr>
        <p:spPr>
          <a:xfrm>
            <a:off x="2470709" y="1464869"/>
            <a:ext cx="2145182" cy="1367942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5" name="Shape 3"/>
          <p:cNvSpPr/>
          <p:nvPr/>
        </p:nvSpPr>
        <p:spPr>
          <a:xfrm>
            <a:off x="4009644" y="1604772"/>
            <a:ext cx="388620" cy="38862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6" name="Shape 4"/>
          <p:cNvSpPr/>
          <p:nvPr/>
        </p:nvSpPr>
        <p:spPr>
          <a:xfrm>
            <a:off x="2688336" y="1799082"/>
            <a:ext cx="621792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2921508" y="1682496"/>
            <a:ext cx="466344" cy="34975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470709" y="2537460"/>
            <a:ext cx="2145182" cy="295351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9" name="Shape 7"/>
          <p:cNvSpPr/>
          <p:nvPr/>
        </p:nvSpPr>
        <p:spPr>
          <a:xfrm>
            <a:off x="3387852" y="2926080"/>
            <a:ext cx="310896" cy="23317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0" name="Shape 8"/>
          <p:cNvSpPr/>
          <p:nvPr/>
        </p:nvSpPr>
        <p:spPr>
          <a:xfrm>
            <a:off x="3076956" y="3143707"/>
            <a:ext cx="932688" cy="124358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1417320"/>
            <a:ext cx="877824" cy="1755648"/>
          </a:xfrm>
          <a:prstGeom prst="roundRect">
            <a:avLst>
              <a:gd name="adj" fmla="val 8333"/>
            </a:avLst>
          </a:prstGeom>
          <a:solidFill>
            <a:srgbClr val="8D99AE"/>
          </a:solidFill>
          <a:ln/>
        </p:spPr>
      </p:sp>
      <p:sp>
        <p:nvSpPr>
          <p:cNvPr id="12" name="Shape 10"/>
          <p:cNvSpPr/>
          <p:nvPr/>
        </p:nvSpPr>
        <p:spPr>
          <a:xfrm>
            <a:off x="5010912" y="1490472"/>
            <a:ext cx="731520" cy="1609344"/>
          </a:xfrm>
          <a:prstGeom prst="roundRect">
            <a:avLst>
              <a:gd name="adj" fmla="val 8000"/>
            </a:avLst>
          </a:prstGeom>
          <a:solidFill>
            <a:srgbClr val="A9B3C6"/>
          </a:solidFill>
          <a:ln/>
        </p:spPr>
      </p:sp>
      <p:sp>
        <p:nvSpPr>
          <p:cNvPr id="13" name="Shape 11"/>
          <p:cNvSpPr/>
          <p:nvPr/>
        </p:nvSpPr>
        <p:spPr>
          <a:xfrm>
            <a:off x="5084064" y="1636776"/>
            <a:ext cx="585216" cy="102413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4" name="Shape 12"/>
          <p:cNvSpPr/>
          <p:nvPr/>
        </p:nvSpPr>
        <p:spPr>
          <a:xfrm>
            <a:off x="5084064" y="1819656"/>
            <a:ext cx="585216" cy="51206"/>
          </a:xfrm>
          <a:prstGeom prst="rect">
            <a:avLst/>
          </a:prstGeom>
          <a:solidFill>
            <a:srgbClr val="5C677D"/>
          </a:solidFill>
          <a:ln/>
        </p:spPr>
      </p:sp>
      <p:sp>
        <p:nvSpPr>
          <p:cNvPr id="15" name="Shape 13"/>
          <p:cNvSpPr/>
          <p:nvPr/>
        </p:nvSpPr>
        <p:spPr>
          <a:xfrm>
            <a:off x="5069434" y="2148840"/>
            <a:ext cx="263347" cy="263347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6" name="Shape 14"/>
          <p:cNvSpPr/>
          <p:nvPr/>
        </p:nvSpPr>
        <p:spPr>
          <a:xfrm>
            <a:off x="5449824" y="2207362"/>
            <a:ext cx="146304" cy="14630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Shape 15"/>
          <p:cNvSpPr/>
          <p:nvPr/>
        </p:nvSpPr>
        <p:spPr>
          <a:xfrm>
            <a:off x="5084064" y="2697480"/>
            <a:ext cx="219456" cy="87782"/>
          </a:xfrm>
          <a:prstGeom prst="roundRect">
            <a:avLst>
              <a:gd name="adj" fmla="val 25000"/>
            </a:avLst>
          </a:prstGeom>
          <a:solidFill>
            <a:srgbClr val="2B2D4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13248" y="2697480"/>
            <a:ext cx="219456" cy="87782"/>
          </a:xfrm>
          <a:prstGeom prst="roundRect">
            <a:avLst>
              <a:gd name="adj" fmla="val 25000"/>
            </a:avLst>
          </a:prstGeom>
          <a:solidFill>
            <a:srgbClr val="2B2D42"/>
          </a:solidFill>
          <a:ln/>
        </p:spPr>
      </p:sp>
      <p:sp>
        <p:nvSpPr>
          <p:cNvPr id="19" name="Shape 17"/>
          <p:cNvSpPr/>
          <p:nvPr/>
        </p:nvSpPr>
        <p:spPr>
          <a:xfrm>
            <a:off x="5084064" y="2880360"/>
            <a:ext cx="585216" cy="58522"/>
          </a:xfrm>
          <a:prstGeom prst="roundRect">
            <a:avLst>
              <a:gd name="adj" fmla="val 37500"/>
            </a:avLst>
          </a:prstGeom>
          <a:solidFill>
            <a:srgbClr val="5C677D"/>
          </a:solidFill>
          <a:ln/>
        </p:spPr>
      </p:sp>
      <p:sp>
        <p:nvSpPr>
          <p:cNvPr id="20" name="Shape 18"/>
          <p:cNvSpPr/>
          <p:nvPr/>
        </p:nvSpPr>
        <p:spPr>
          <a:xfrm>
            <a:off x="2377440" y="3474720"/>
            <a:ext cx="2487168" cy="804672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15240">
            <a:solidFill>
              <a:srgbClr val="8D99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5222" y="3547872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677363" y="3547872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3" name="Shape 21"/>
          <p:cNvSpPr/>
          <p:nvPr/>
        </p:nvSpPr>
        <p:spPr>
          <a:xfrm>
            <a:off x="2889504" y="3547872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101645" y="3547872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313786" y="3547872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525926" y="3547872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738067" y="3547872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8" name="Shape 26"/>
          <p:cNvSpPr/>
          <p:nvPr/>
        </p:nvSpPr>
        <p:spPr>
          <a:xfrm>
            <a:off x="3950208" y="3547872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162349" y="3547872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374490" y="3547872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586630" y="3547872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2465222" y="3716122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3" name="Shape 31"/>
          <p:cNvSpPr/>
          <p:nvPr/>
        </p:nvSpPr>
        <p:spPr>
          <a:xfrm>
            <a:off x="2677363" y="3716122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889504" y="3716122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5" name="Shape 33"/>
          <p:cNvSpPr/>
          <p:nvPr/>
        </p:nvSpPr>
        <p:spPr>
          <a:xfrm>
            <a:off x="3101645" y="3716122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6" name="Shape 34"/>
          <p:cNvSpPr/>
          <p:nvPr/>
        </p:nvSpPr>
        <p:spPr>
          <a:xfrm>
            <a:off x="3313786" y="3716122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7" name="Shape 35"/>
          <p:cNvSpPr/>
          <p:nvPr/>
        </p:nvSpPr>
        <p:spPr>
          <a:xfrm>
            <a:off x="3525926" y="3716122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8" name="Shape 36"/>
          <p:cNvSpPr/>
          <p:nvPr/>
        </p:nvSpPr>
        <p:spPr>
          <a:xfrm>
            <a:off x="3738067" y="3716122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9" name="Shape 37"/>
          <p:cNvSpPr/>
          <p:nvPr/>
        </p:nvSpPr>
        <p:spPr>
          <a:xfrm>
            <a:off x="3950208" y="3716122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162349" y="3716122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374490" y="3716122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586630" y="3716122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3" name="Shape 41"/>
          <p:cNvSpPr/>
          <p:nvPr/>
        </p:nvSpPr>
        <p:spPr>
          <a:xfrm>
            <a:off x="2465222" y="3884371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4" name="Shape 42"/>
          <p:cNvSpPr/>
          <p:nvPr/>
        </p:nvSpPr>
        <p:spPr>
          <a:xfrm>
            <a:off x="2677363" y="3884371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5" name="Shape 43"/>
          <p:cNvSpPr/>
          <p:nvPr/>
        </p:nvSpPr>
        <p:spPr>
          <a:xfrm>
            <a:off x="2889504" y="3884371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6" name="Shape 44"/>
          <p:cNvSpPr/>
          <p:nvPr/>
        </p:nvSpPr>
        <p:spPr>
          <a:xfrm>
            <a:off x="3101645" y="3884371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7" name="Shape 45"/>
          <p:cNvSpPr/>
          <p:nvPr/>
        </p:nvSpPr>
        <p:spPr>
          <a:xfrm>
            <a:off x="3313786" y="3884371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8" name="Shape 46"/>
          <p:cNvSpPr/>
          <p:nvPr/>
        </p:nvSpPr>
        <p:spPr>
          <a:xfrm>
            <a:off x="3525926" y="3884371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9" name="Shape 47"/>
          <p:cNvSpPr/>
          <p:nvPr/>
        </p:nvSpPr>
        <p:spPr>
          <a:xfrm>
            <a:off x="3738067" y="3884371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0" name="Shape 48"/>
          <p:cNvSpPr/>
          <p:nvPr/>
        </p:nvSpPr>
        <p:spPr>
          <a:xfrm>
            <a:off x="3950208" y="3884371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1" name="Shape 49"/>
          <p:cNvSpPr/>
          <p:nvPr/>
        </p:nvSpPr>
        <p:spPr>
          <a:xfrm>
            <a:off x="4162349" y="3884371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2" name="Shape 50"/>
          <p:cNvSpPr/>
          <p:nvPr/>
        </p:nvSpPr>
        <p:spPr>
          <a:xfrm>
            <a:off x="4374490" y="3884371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3" name="Shape 51"/>
          <p:cNvSpPr/>
          <p:nvPr/>
        </p:nvSpPr>
        <p:spPr>
          <a:xfrm>
            <a:off x="4586630" y="3884371"/>
            <a:ext cx="168250" cy="124358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4" name="Shape 52"/>
          <p:cNvSpPr/>
          <p:nvPr/>
        </p:nvSpPr>
        <p:spPr>
          <a:xfrm>
            <a:off x="2962656" y="4059936"/>
            <a:ext cx="1316736" cy="124358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55" name="Shape 53"/>
          <p:cNvSpPr/>
          <p:nvPr/>
        </p:nvSpPr>
        <p:spPr>
          <a:xfrm>
            <a:off x="2465222" y="4059936"/>
            <a:ext cx="402336" cy="124358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6" name="Shape 54"/>
          <p:cNvSpPr/>
          <p:nvPr/>
        </p:nvSpPr>
        <p:spPr>
          <a:xfrm>
            <a:off x="4374490" y="4059936"/>
            <a:ext cx="402336" cy="124358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7" name="Shape 55"/>
          <p:cNvSpPr/>
          <p:nvPr/>
        </p:nvSpPr>
        <p:spPr>
          <a:xfrm>
            <a:off x="5346954" y="3474720"/>
            <a:ext cx="0" cy="276606"/>
          </a:xfrm>
          <a:prstGeom prst="line">
            <a:avLst/>
          </a:prstGeom>
          <a:noFill/>
          <a:ln w="15716">
            <a:solidFill>
              <a:srgbClr val="5C677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20640" y="3726180"/>
            <a:ext cx="452628" cy="704088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0478">
            <a:solidFill>
              <a:srgbClr val="8D99A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130698" y="3736238"/>
            <a:ext cx="211226" cy="276606"/>
          </a:xfrm>
          <a:prstGeom prst="roundRect">
            <a:avLst>
              <a:gd name="adj" fmla="val 47619"/>
            </a:avLst>
          </a:prstGeom>
          <a:solidFill>
            <a:srgbClr val="BFD7FF"/>
          </a:solidFill>
          <a:ln/>
        </p:spPr>
      </p:sp>
      <p:sp>
        <p:nvSpPr>
          <p:cNvPr id="60" name="Shape 58"/>
          <p:cNvSpPr/>
          <p:nvPr/>
        </p:nvSpPr>
        <p:spPr>
          <a:xfrm>
            <a:off x="5351983" y="3736238"/>
            <a:ext cx="211226" cy="276606"/>
          </a:xfrm>
          <a:prstGeom prst="roundRect">
            <a:avLst>
              <a:gd name="adj" fmla="val 47619"/>
            </a:avLst>
          </a:prstGeom>
          <a:solidFill>
            <a:srgbClr val="FFD9B0"/>
          </a:solidFill>
          <a:ln/>
        </p:spPr>
      </p:sp>
      <p:sp>
        <p:nvSpPr>
          <p:cNvPr id="61" name="Shape 59"/>
          <p:cNvSpPr/>
          <p:nvPr/>
        </p:nvSpPr>
        <p:spPr>
          <a:xfrm>
            <a:off x="5311750" y="3786530"/>
            <a:ext cx="70409" cy="150876"/>
          </a:xfrm>
          <a:prstGeom prst="roundRect">
            <a:avLst>
              <a:gd name="adj" fmla="val 42857"/>
            </a:avLst>
          </a:prstGeom>
          <a:solidFill>
            <a:srgbClr val="8D99AE"/>
          </a:solidFill>
          <a:ln/>
        </p:spPr>
      </p:sp>
      <p:sp>
        <p:nvSpPr>
          <p:cNvPr id="62" name="Shape 60"/>
          <p:cNvSpPr/>
          <p:nvPr/>
        </p:nvSpPr>
        <p:spPr>
          <a:xfrm>
            <a:off x="6912864" y="2926080"/>
            <a:ext cx="987552" cy="493776"/>
          </a:xfrm>
          <a:prstGeom prst="rect">
            <a:avLst/>
          </a:prstGeom>
          <a:solidFill>
            <a:srgbClr val="FFFFFF"/>
          </a:solidFill>
          <a:ln w="11430">
            <a:solidFill>
              <a:srgbClr val="C0C6D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83680" y="3310128"/>
            <a:ext cx="1645920" cy="658368"/>
          </a:xfrm>
          <a:prstGeom prst="roundRect">
            <a:avLst>
              <a:gd name="adj" fmla="val 11667"/>
            </a:avLst>
          </a:prstGeom>
          <a:solidFill>
            <a:srgbClr val="5C677D"/>
          </a:solidFill>
          <a:ln/>
        </p:spPr>
      </p:sp>
      <p:sp>
        <p:nvSpPr>
          <p:cNvPr id="64" name="Shape 62"/>
          <p:cNvSpPr/>
          <p:nvPr/>
        </p:nvSpPr>
        <p:spPr>
          <a:xfrm>
            <a:off x="6649517" y="3364992"/>
            <a:ext cx="1514246" cy="192024"/>
          </a:xfrm>
          <a:prstGeom prst="roundRect">
            <a:avLst>
              <a:gd name="adj" fmla="val 22857"/>
            </a:avLst>
          </a:prstGeom>
          <a:solidFill>
            <a:srgbClr val="8D99AE"/>
          </a:solidFill>
          <a:ln/>
        </p:spPr>
      </p:sp>
      <p:sp>
        <p:nvSpPr>
          <p:cNvPr id="65" name="Shape 63"/>
          <p:cNvSpPr/>
          <p:nvPr/>
        </p:nvSpPr>
        <p:spPr>
          <a:xfrm>
            <a:off x="7872984" y="3419856"/>
            <a:ext cx="87782" cy="8778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6" name="Shape 64"/>
          <p:cNvSpPr/>
          <p:nvPr/>
        </p:nvSpPr>
        <p:spPr>
          <a:xfrm>
            <a:off x="8010144" y="3419856"/>
            <a:ext cx="87782" cy="8778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67" name="Shape 65"/>
          <p:cNvSpPr/>
          <p:nvPr/>
        </p:nvSpPr>
        <p:spPr>
          <a:xfrm>
            <a:off x="6748272" y="3749040"/>
            <a:ext cx="1316736" cy="38405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8" name="Shape 66"/>
          <p:cNvSpPr/>
          <p:nvPr/>
        </p:nvSpPr>
        <p:spPr>
          <a:xfrm>
            <a:off x="6858000" y="3776472"/>
            <a:ext cx="1097280" cy="493776"/>
          </a:xfrm>
          <a:prstGeom prst="rect">
            <a:avLst/>
          </a:prstGeom>
          <a:solidFill>
            <a:srgbClr val="FFFFFF"/>
          </a:solidFill>
          <a:ln w="11430">
            <a:solidFill>
              <a:srgbClr val="C0C6D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626096" y="3847795"/>
            <a:ext cx="164592" cy="16459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70" name="Shape 68"/>
          <p:cNvSpPr/>
          <p:nvPr/>
        </p:nvSpPr>
        <p:spPr>
          <a:xfrm>
            <a:off x="6940296" y="4105656"/>
            <a:ext cx="932688" cy="109728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71" name="Shape 69"/>
          <p:cNvSpPr/>
          <p:nvPr/>
        </p:nvSpPr>
        <p:spPr>
          <a:xfrm>
            <a:off x="6967728" y="3858768"/>
            <a:ext cx="246888" cy="137160"/>
          </a:xfrm>
          <a:prstGeom prst="ellipse">
            <a:avLst/>
          </a:prstGeom>
          <a:solidFill>
            <a:srgbClr val="7CC8FF"/>
          </a:solidFill>
          <a:ln/>
        </p:spPr>
      </p:sp>
      <p:sp>
        <p:nvSpPr>
          <p:cNvPr id="72" name="Shape 70"/>
          <p:cNvSpPr/>
          <p:nvPr/>
        </p:nvSpPr>
        <p:spPr>
          <a:xfrm>
            <a:off x="1920240" y="1874520"/>
            <a:ext cx="457200" cy="0"/>
          </a:xfrm>
          <a:prstGeom prst="line">
            <a:avLst/>
          </a:prstGeom>
          <a:noFill/>
          <a:ln w="31750">
            <a:solidFill>
              <a:srgbClr val="1FAA6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65760" y="164592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FA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920240" y="3886200"/>
            <a:ext cx="457200" cy="0"/>
          </a:xfrm>
          <a:prstGeom prst="line">
            <a:avLst/>
          </a:prstGeom>
          <a:noFill/>
          <a:ln w="31750">
            <a:solidFill>
              <a:srgbClr val="7B5C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5760" y="36576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7B5C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5815584" y="1691640"/>
            <a:ext cx="310896" cy="0"/>
          </a:xfrm>
          <a:prstGeom prst="line">
            <a:avLst/>
          </a:prstGeom>
          <a:noFill/>
          <a:ln w="31750">
            <a:solidFill>
              <a:srgbClr val="3A86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26480" y="14630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5349240" y="4434840"/>
            <a:ext cx="0" cy="137160"/>
          </a:xfrm>
          <a:prstGeom prst="line">
            <a:avLst/>
          </a:prstGeom>
          <a:noFill/>
          <a:ln w="31750">
            <a:solidFill>
              <a:srgbClr val="E85D0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663440" y="457200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E85D0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Mouse</a:t>
            </a:r>
            <a:endParaRPr lang="en-US" sz="1800" dirty="0"/>
          </a:p>
        </p:txBody>
      </p:sp>
      <p:sp>
        <p:nvSpPr>
          <p:cNvPr id="80" name="Shape 78"/>
          <p:cNvSpPr/>
          <p:nvPr/>
        </p:nvSpPr>
        <p:spPr>
          <a:xfrm>
            <a:off x="7543800" y="4270248"/>
            <a:ext cx="0" cy="256032"/>
          </a:xfrm>
          <a:prstGeom prst="line">
            <a:avLst/>
          </a:prstGeom>
          <a:noFill/>
          <a:ln w="31750">
            <a:solidFill>
              <a:srgbClr val="D6336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858000" y="45262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Printer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CPU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480560" cy="3383280"/>
          </a:xfrm>
          <a:prstGeom prst="roundRect">
            <a:avLst>
              <a:gd name="adj" fmla="val 6757"/>
            </a:avLst>
          </a:prstGeom>
          <a:solidFill>
            <a:srgbClr val="E3EEFF"/>
          </a:solidFill>
          <a:ln/>
        </p:spPr>
      </p:sp>
      <p:sp>
        <p:nvSpPr>
          <p:cNvPr id="4" name="Shape 2"/>
          <p:cNvSpPr/>
          <p:nvPr/>
        </p:nvSpPr>
        <p:spPr>
          <a:xfrm>
            <a:off x="2093976" y="1719072"/>
            <a:ext cx="1207008" cy="2414016"/>
          </a:xfrm>
          <a:prstGeom prst="roundRect">
            <a:avLst>
              <a:gd name="adj" fmla="val 8333"/>
            </a:avLst>
          </a:prstGeom>
          <a:solidFill>
            <a:srgbClr val="8D99AE"/>
          </a:solidFill>
          <a:ln/>
        </p:spPr>
      </p:sp>
      <p:sp>
        <p:nvSpPr>
          <p:cNvPr id="5" name="Shape 3"/>
          <p:cNvSpPr/>
          <p:nvPr/>
        </p:nvSpPr>
        <p:spPr>
          <a:xfrm>
            <a:off x="2194560" y="1819656"/>
            <a:ext cx="1005840" cy="2212848"/>
          </a:xfrm>
          <a:prstGeom prst="roundRect">
            <a:avLst>
              <a:gd name="adj" fmla="val 8000"/>
            </a:avLst>
          </a:prstGeom>
          <a:solidFill>
            <a:srgbClr val="A9B3C6"/>
          </a:solidFill>
          <a:ln/>
        </p:spPr>
      </p:sp>
      <p:sp>
        <p:nvSpPr>
          <p:cNvPr id="6" name="Shape 4"/>
          <p:cNvSpPr/>
          <p:nvPr/>
        </p:nvSpPr>
        <p:spPr>
          <a:xfrm>
            <a:off x="2295144" y="2020824"/>
            <a:ext cx="804672" cy="140818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Shape 5"/>
          <p:cNvSpPr/>
          <p:nvPr/>
        </p:nvSpPr>
        <p:spPr>
          <a:xfrm>
            <a:off x="2295144" y="2272284"/>
            <a:ext cx="804672" cy="70409"/>
          </a:xfrm>
          <a:prstGeom prst="rect">
            <a:avLst/>
          </a:prstGeom>
          <a:solidFill>
            <a:srgbClr val="5C677D"/>
          </a:solidFill>
          <a:ln/>
        </p:spPr>
      </p:sp>
      <p:sp>
        <p:nvSpPr>
          <p:cNvPr id="8" name="Shape 6"/>
          <p:cNvSpPr/>
          <p:nvPr/>
        </p:nvSpPr>
        <p:spPr>
          <a:xfrm>
            <a:off x="2275027" y="2724912"/>
            <a:ext cx="362102" cy="36210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9" name="Shape 7"/>
          <p:cNvSpPr/>
          <p:nvPr/>
        </p:nvSpPr>
        <p:spPr>
          <a:xfrm>
            <a:off x="2798064" y="2805379"/>
            <a:ext cx="201168" cy="20116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0" name="Shape 8"/>
          <p:cNvSpPr/>
          <p:nvPr/>
        </p:nvSpPr>
        <p:spPr>
          <a:xfrm>
            <a:off x="2295144" y="3479292"/>
            <a:ext cx="301752" cy="120701"/>
          </a:xfrm>
          <a:prstGeom prst="roundRect">
            <a:avLst>
              <a:gd name="adj" fmla="val 25000"/>
            </a:avLst>
          </a:prstGeom>
          <a:solidFill>
            <a:srgbClr val="2B2D42"/>
          </a:solidFill>
          <a:ln/>
        </p:spPr>
      </p:sp>
      <p:sp>
        <p:nvSpPr>
          <p:cNvPr id="11" name="Shape 9"/>
          <p:cNvSpPr/>
          <p:nvPr/>
        </p:nvSpPr>
        <p:spPr>
          <a:xfrm>
            <a:off x="2747772" y="3479292"/>
            <a:ext cx="301752" cy="120701"/>
          </a:xfrm>
          <a:prstGeom prst="roundRect">
            <a:avLst>
              <a:gd name="adj" fmla="val 25000"/>
            </a:avLst>
          </a:prstGeom>
          <a:solidFill>
            <a:srgbClr val="2B2D42"/>
          </a:solidFill>
          <a:ln/>
        </p:spPr>
      </p:sp>
      <p:sp>
        <p:nvSpPr>
          <p:cNvPr id="12" name="Shape 10"/>
          <p:cNvSpPr/>
          <p:nvPr/>
        </p:nvSpPr>
        <p:spPr>
          <a:xfrm>
            <a:off x="2295144" y="3730752"/>
            <a:ext cx="804672" cy="80467"/>
          </a:xfrm>
          <a:prstGeom prst="roundRect">
            <a:avLst>
              <a:gd name="adj" fmla="val 37500"/>
            </a:avLst>
          </a:prstGeom>
          <a:solidFill>
            <a:srgbClr val="5C677D"/>
          </a:solidFill>
          <a:ln/>
        </p:spPr>
      </p:sp>
      <p:sp>
        <p:nvSpPr>
          <p:cNvPr id="13" name="Shape 11"/>
          <p:cNvSpPr/>
          <p:nvPr/>
        </p:nvSpPr>
        <p:spPr>
          <a:xfrm>
            <a:off x="5257800" y="123444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14" name="Text 12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3A8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 of the computer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257800" y="210312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2194560"/>
            <a:ext cx="548640" cy="548640"/>
          </a:xfrm>
          <a:prstGeom prst="ellipse">
            <a:avLst/>
          </a:prstGeom>
          <a:solidFill>
            <a:srgbClr val="3A8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inside the box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257800" y="297180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49240" y="3063240"/>
            <a:ext cx="548640" cy="548640"/>
          </a:xfrm>
          <a:prstGeom prst="ellipse">
            <a:avLst/>
          </a:prstGeom>
          <a:solidFill>
            <a:srgbClr val="3A8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971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thinks very fast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257800" y="3840480"/>
            <a:ext cx="3429000" cy="777240"/>
          </a:xfrm>
          <a:prstGeom prst="roundRect">
            <a:avLst>
              <a:gd name="adj" fmla="val 23529"/>
            </a:avLst>
          </a:prstGeom>
          <a:solidFill>
            <a:srgbClr val="FFD1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394960" y="3840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tells every part what to do!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Monitor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480560" cy="3383280"/>
          </a:xfrm>
          <a:prstGeom prst="roundRect">
            <a:avLst>
              <a:gd name="adj" fmla="val 6757"/>
            </a:avLst>
          </a:prstGeom>
          <a:solidFill>
            <a:srgbClr val="DDF6E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469898"/>
            <a:ext cx="3566160" cy="237744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5" name="Shape 3"/>
          <p:cNvSpPr/>
          <p:nvPr/>
        </p:nvSpPr>
        <p:spPr>
          <a:xfrm>
            <a:off x="1057046" y="1612544"/>
            <a:ext cx="3280867" cy="2092147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6" name="Shape 4"/>
          <p:cNvSpPr/>
          <p:nvPr/>
        </p:nvSpPr>
        <p:spPr>
          <a:xfrm>
            <a:off x="3410712" y="1826514"/>
            <a:ext cx="594360" cy="5943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7" name="Shape 5"/>
          <p:cNvSpPr/>
          <p:nvPr/>
        </p:nvSpPr>
        <p:spPr>
          <a:xfrm>
            <a:off x="1389888" y="2123694"/>
            <a:ext cx="950976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746504" y="1945386"/>
            <a:ext cx="713232" cy="5349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57046" y="3252978"/>
            <a:ext cx="3280867" cy="451714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0" name="Shape 8"/>
          <p:cNvSpPr/>
          <p:nvPr/>
        </p:nvSpPr>
        <p:spPr>
          <a:xfrm>
            <a:off x="2459736" y="3847338"/>
            <a:ext cx="475488" cy="356616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1" name="Shape 9"/>
          <p:cNvSpPr/>
          <p:nvPr/>
        </p:nvSpPr>
        <p:spPr>
          <a:xfrm>
            <a:off x="1984248" y="4180180"/>
            <a:ext cx="1426464" cy="190195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12" name="Shape 10"/>
          <p:cNvSpPr/>
          <p:nvPr/>
        </p:nvSpPr>
        <p:spPr>
          <a:xfrm>
            <a:off x="5257800" y="123444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DDF6EA"/>
          </a:solidFill>
          <a:ln/>
        </p:spPr>
      </p:sp>
      <p:sp>
        <p:nvSpPr>
          <p:cNvPr id="13" name="Text 11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1FA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pictures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257800" y="210312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DDF6EA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2194560"/>
            <a:ext cx="548640" cy="548640"/>
          </a:xfrm>
          <a:prstGeom prst="ellipse">
            <a:avLst/>
          </a:prstGeom>
          <a:solidFill>
            <a:srgbClr val="1FA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words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257800" y="297180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DDF6EA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3063240"/>
            <a:ext cx="548640" cy="548640"/>
          </a:xfrm>
          <a:prstGeom prst="ellipse">
            <a:avLst/>
          </a:prstGeom>
          <a:solidFill>
            <a:srgbClr val="1FA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2971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look at it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257800" y="3840480"/>
            <a:ext cx="3429000" cy="777240"/>
          </a:xfrm>
          <a:prstGeom prst="roundRect">
            <a:avLst>
              <a:gd name="adj" fmla="val 23529"/>
            </a:avLst>
          </a:prstGeom>
          <a:solidFill>
            <a:srgbClr val="FFD1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394960" y="3840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computer's screen!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Keyboard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480560" cy="3383280"/>
          </a:xfrm>
          <a:prstGeom prst="roundRect">
            <a:avLst>
              <a:gd name="adj" fmla="val 6757"/>
            </a:avLst>
          </a:prstGeom>
          <a:solidFill>
            <a:srgbClr val="ECE7FF"/>
          </a:solidFill>
          <a:ln/>
        </p:spPr>
      </p:sp>
      <p:sp>
        <p:nvSpPr>
          <p:cNvPr id="4" name="Shape 2"/>
          <p:cNvSpPr/>
          <p:nvPr/>
        </p:nvSpPr>
        <p:spPr>
          <a:xfrm>
            <a:off x="676656" y="2272284"/>
            <a:ext cx="4041648" cy="1307592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24765">
            <a:solidFill>
              <a:srgbClr val="8D99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9302" y="2391156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6" name="Shape 4"/>
          <p:cNvSpPr/>
          <p:nvPr/>
        </p:nvSpPr>
        <p:spPr>
          <a:xfrm>
            <a:off x="1164031" y="2391156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2391156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8" name="Shape 6"/>
          <p:cNvSpPr/>
          <p:nvPr/>
        </p:nvSpPr>
        <p:spPr>
          <a:xfrm>
            <a:off x="1853489" y="2391156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9" name="Shape 7"/>
          <p:cNvSpPr/>
          <p:nvPr/>
        </p:nvSpPr>
        <p:spPr>
          <a:xfrm>
            <a:off x="2198218" y="2391156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10" name="Shape 8"/>
          <p:cNvSpPr/>
          <p:nvPr/>
        </p:nvSpPr>
        <p:spPr>
          <a:xfrm>
            <a:off x="2542946" y="2391156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11" name="Shape 9"/>
          <p:cNvSpPr/>
          <p:nvPr/>
        </p:nvSpPr>
        <p:spPr>
          <a:xfrm>
            <a:off x="2887675" y="2391156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232404" y="2391156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577133" y="2391156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921862" y="2391156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266590" y="2391156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19302" y="2664562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64031" y="2664562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508760" y="2664562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853489" y="2664562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8218" y="2664562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542946" y="2664562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887675" y="2664562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232404" y="2664562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577133" y="2664562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921862" y="2664562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266590" y="2664562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7" name="Shape 25"/>
          <p:cNvSpPr/>
          <p:nvPr/>
        </p:nvSpPr>
        <p:spPr>
          <a:xfrm>
            <a:off x="819302" y="2937967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28" name="Shape 26"/>
          <p:cNvSpPr/>
          <p:nvPr/>
        </p:nvSpPr>
        <p:spPr>
          <a:xfrm>
            <a:off x="1164031" y="2937967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29" name="Shape 27"/>
          <p:cNvSpPr/>
          <p:nvPr/>
        </p:nvSpPr>
        <p:spPr>
          <a:xfrm>
            <a:off x="1508760" y="2937967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30" name="Shape 28"/>
          <p:cNvSpPr/>
          <p:nvPr/>
        </p:nvSpPr>
        <p:spPr>
          <a:xfrm>
            <a:off x="1853489" y="2937967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31" name="Shape 29"/>
          <p:cNvSpPr/>
          <p:nvPr/>
        </p:nvSpPr>
        <p:spPr>
          <a:xfrm>
            <a:off x="2198218" y="2937967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32" name="Shape 30"/>
          <p:cNvSpPr/>
          <p:nvPr/>
        </p:nvSpPr>
        <p:spPr>
          <a:xfrm>
            <a:off x="2542946" y="2937967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33" name="Shape 31"/>
          <p:cNvSpPr/>
          <p:nvPr/>
        </p:nvSpPr>
        <p:spPr>
          <a:xfrm>
            <a:off x="2887675" y="2937967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34" name="Shape 32"/>
          <p:cNvSpPr/>
          <p:nvPr/>
        </p:nvSpPr>
        <p:spPr>
          <a:xfrm>
            <a:off x="3232404" y="2937967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35" name="Shape 33"/>
          <p:cNvSpPr/>
          <p:nvPr/>
        </p:nvSpPr>
        <p:spPr>
          <a:xfrm>
            <a:off x="3577133" y="2937967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36" name="Shape 34"/>
          <p:cNvSpPr/>
          <p:nvPr/>
        </p:nvSpPr>
        <p:spPr>
          <a:xfrm>
            <a:off x="3921862" y="2937967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37" name="Shape 35"/>
          <p:cNvSpPr/>
          <p:nvPr/>
        </p:nvSpPr>
        <p:spPr>
          <a:xfrm>
            <a:off x="4266590" y="2937967"/>
            <a:ext cx="273406" cy="20208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38" name="Shape 36"/>
          <p:cNvSpPr/>
          <p:nvPr/>
        </p:nvSpPr>
        <p:spPr>
          <a:xfrm>
            <a:off x="1627632" y="3223260"/>
            <a:ext cx="2139696" cy="20208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19302" y="3223260"/>
            <a:ext cx="653796" cy="20208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0" name="Shape 38"/>
          <p:cNvSpPr/>
          <p:nvPr/>
        </p:nvSpPr>
        <p:spPr>
          <a:xfrm>
            <a:off x="3921862" y="3223260"/>
            <a:ext cx="653796" cy="20208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1" name="Shape 39"/>
          <p:cNvSpPr/>
          <p:nvPr/>
        </p:nvSpPr>
        <p:spPr>
          <a:xfrm>
            <a:off x="5257800" y="123444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CE7FF"/>
          </a:solidFill>
          <a:ln/>
        </p:spPr>
      </p:sp>
      <p:sp>
        <p:nvSpPr>
          <p:cNvPr id="42" name="Text 40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7B5C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3" name="Text 41"/>
          <p:cNvSpPr txBox="1"/>
          <p:nvPr/>
        </p:nvSpPr>
        <p:spPr>
          <a:xfrm>
            <a:off x="603504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many keys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5257800" y="210312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CE7FF"/>
          </a:solidFill>
          <a:ln/>
        </p:spPr>
      </p:sp>
      <p:sp>
        <p:nvSpPr>
          <p:cNvPr id="45" name="Text 43"/>
          <p:cNvSpPr/>
          <p:nvPr/>
        </p:nvSpPr>
        <p:spPr>
          <a:xfrm>
            <a:off x="5349240" y="2194560"/>
            <a:ext cx="548640" cy="548640"/>
          </a:xfrm>
          <a:prstGeom prst="ellipse">
            <a:avLst/>
          </a:prstGeom>
          <a:solidFill>
            <a:srgbClr val="7B5C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6" name="Text 44"/>
          <p:cNvSpPr txBox="1"/>
          <p:nvPr/>
        </p:nvSpPr>
        <p:spPr>
          <a:xfrm>
            <a:off x="60350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letters and numbers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257800" y="297180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CE7FF"/>
          </a:solidFill>
          <a:ln/>
        </p:spPr>
      </p:sp>
      <p:sp>
        <p:nvSpPr>
          <p:cNvPr id="48" name="Text 46"/>
          <p:cNvSpPr/>
          <p:nvPr/>
        </p:nvSpPr>
        <p:spPr>
          <a:xfrm>
            <a:off x="5349240" y="3063240"/>
            <a:ext cx="548640" cy="548640"/>
          </a:xfrm>
          <a:prstGeom prst="ellipse">
            <a:avLst/>
          </a:prstGeom>
          <a:solidFill>
            <a:srgbClr val="7B5C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9" name="Text 47"/>
          <p:cNvSpPr txBox="1"/>
          <p:nvPr/>
        </p:nvSpPr>
        <p:spPr>
          <a:xfrm>
            <a:off x="6035040" y="2971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the keys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257800" y="3840480"/>
            <a:ext cx="3429000" cy="777240"/>
          </a:xfrm>
          <a:prstGeom prst="roundRect">
            <a:avLst>
              <a:gd name="adj" fmla="val 23529"/>
            </a:avLst>
          </a:prstGeom>
          <a:solidFill>
            <a:srgbClr val="FFD16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394960" y="3840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type our name!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Mouse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480560" cy="3383280"/>
          </a:xfrm>
          <a:prstGeom prst="roundRect">
            <a:avLst>
              <a:gd name="adj" fmla="val 6757"/>
            </a:avLst>
          </a:prstGeom>
          <a:solidFill>
            <a:srgbClr val="FFE6D5"/>
          </a:solidFill>
          <a:ln/>
        </p:spPr>
      </p:sp>
      <p:sp>
        <p:nvSpPr>
          <p:cNvPr id="4" name="Shape 2"/>
          <p:cNvSpPr/>
          <p:nvPr/>
        </p:nvSpPr>
        <p:spPr>
          <a:xfrm>
            <a:off x="2697480" y="1709928"/>
            <a:ext cx="0" cy="704088"/>
          </a:xfrm>
          <a:prstGeom prst="line">
            <a:avLst/>
          </a:prstGeom>
          <a:noFill/>
          <a:ln w="40005">
            <a:solidFill>
              <a:srgbClr val="5C677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21408" y="2350008"/>
            <a:ext cx="1152144" cy="1792224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26670">
            <a:solidFill>
              <a:srgbClr val="8D99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7011" y="2375611"/>
            <a:ext cx="537667" cy="704088"/>
          </a:xfrm>
          <a:prstGeom prst="roundRect">
            <a:avLst>
              <a:gd name="adj" fmla="val 47619"/>
            </a:avLst>
          </a:prstGeom>
          <a:solidFill>
            <a:srgbClr val="BFD7FF"/>
          </a:solidFill>
          <a:ln/>
        </p:spPr>
      </p:sp>
      <p:sp>
        <p:nvSpPr>
          <p:cNvPr id="7" name="Shape 5"/>
          <p:cNvSpPr/>
          <p:nvPr/>
        </p:nvSpPr>
        <p:spPr>
          <a:xfrm>
            <a:off x="2710282" y="2375611"/>
            <a:ext cx="537667" cy="704088"/>
          </a:xfrm>
          <a:prstGeom prst="roundRect">
            <a:avLst>
              <a:gd name="adj" fmla="val 47619"/>
            </a:avLst>
          </a:prstGeom>
          <a:solidFill>
            <a:srgbClr val="FFD9B0"/>
          </a:solidFill>
          <a:ln/>
        </p:spPr>
      </p:sp>
      <p:sp>
        <p:nvSpPr>
          <p:cNvPr id="8" name="Shape 6"/>
          <p:cNvSpPr/>
          <p:nvPr/>
        </p:nvSpPr>
        <p:spPr>
          <a:xfrm>
            <a:off x="2607869" y="2503627"/>
            <a:ext cx="179222" cy="384048"/>
          </a:xfrm>
          <a:prstGeom prst="roundRect">
            <a:avLst>
              <a:gd name="adj" fmla="val 42857"/>
            </a:avLst>
          </a:prstGeom>
          <a:solidFill>
            <a:srgbClr val="8D99AE"/>
          </a:solidFill>
          <a:ln/>
        </p:spPr>
      </p:sp>
      <p:sp>
        <p:nvSpPr>
          <p:cNvPr id="9" name="Shape 7"/>
          <p:cNvSpPr/>
          <p:nvPr/>
        </p:nvSpPr>
        <p:spPr>
          <a:xfrm>
            <a:off x="5257800" y="123444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FFE6D5"/>
          </a:solidFill>
          <a:ln/>
        </p:spPr>
      </p:sp>
      <p:sp>
        <p:nvSpPr>
          <p:cNvPr id="10" name="Text 8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E85D0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it to point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57800" y="210312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FFE6D5"/>
          </a:solidFill>
          <a:ln/>
        </p:spPr>
      </p:sp>
      <p:sp>
        <p:nvSpPr>
          <p:cNvPr id="13" name="Text 11"/>
          <p:cNvSpPr/>
          <p:nvPr/>
        </p:nvSpPr>
        <p:spPr>
          <a:xfrm>
            <a:off x="5349240" y="2194560"/>
            <a:ext cx="548640" cy="548640"/>
          </a:xfrm>
          <a:prstGeom prst="ellipse">
            <a:avLst/>
          </a:prstGeom>
          <a:solidFill>
            <a:srgbClr val="E85D0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buttons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257800" y="297180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FFE6D5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3063240"/>
            <a:ext cx="548640" cy="548640"/>
          </a:xfrm>
          <a:prstGeom prst="ellipse">
            <a:avLst/>
          </a:prstGeom>
          <a:solidFill>
            <a:srgbClr val="E85D0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971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in your hand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257800" y="3840480"/>
            <a:ext cx="3429000" cy="777240"/>
          </a:xfrm>
          <a:prstGeom prst="roundRect">
            <a:avLst>
              <a:gd name="adj" fmla="val 23529"/>
            </a:avLst>
          </a:prstGeom>
          <a:solidFill>
            <a:srgbClr val="FFD16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94960" y="3840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Click, click, click!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Printer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480560" cy="3383280"/>
          </a:xfrm>
          <a:prstGeom prst="roundRect">
            <a:avLst>
              <a:gd name="adj" fmla="val 6757"/>
            </a:avLst>
          </a:prstGeom>
          <a:solidFill>
            <a:srgbClr val="FFE3EE"/>
          </a:solidFill>
          <a:ln/>
        </p:spPr>
      </p:sp>
      <p:sp>
        <p:nvSpPr>
          <p:cNvPr id="4" name="Shape 2"/>
          <p:cNvSpPr/>
          <p:nvPr/>
        </p:nvSpPr>
        <p:spPr>
          <a:xfrm>
            <a:off x="1586484" y="1413891"/>
            <a:ext cx="2221992" cy="1110996"/>
          </a:xfrm>
          <a:prstGeom prst="rect">
            <a:avLst/>
          </a:prstGeom>
          <a:solidFill>
            <a:srgbClr val="FFFFFF"/>
          </a:solidFill>
          <a:ln w="25718">
            <a:solidFill>
              <a:srgbClr val="C0C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" y="2277999"/>
            <a:ext cx="3703320" cy="1481328"/>
          </a:xfrm>
          <a:prstGeom prst="roundRect">
            <a:avLst>
              <a:gd name="adj" fmla="val 11667"/>
            </a:avLst>
          </a:prstGeom>
          <a:solidFill>
            <a:srgbClr val="5C677D"/>
          </a:solidFill>
          <a:ln/>
        </p:spPr>
      </p:sp>
      <p:sp>
        <p:nvSpPr>
          <p:cNvPr id="6" name="Shape 4"/>
          <p:cNvSpPr/>
          <p:nvPr/>
        </p:nvSpPr>
        <p:spPr>
          <a:xfrm>
            <a:off x="993953" y="2401443"/>
            <a:ext cx="3407054" cy="432054"/>
          </a:xfrm>
          <a:prstGeom prst="roundRect">
            <a:avLst>
              <a:gd name="adj" fmla="val 22857"/>
            </a:avLst>
          </a:prstGeom>
          <a:solidFill>
            <a:srgbClr val="8D99AE"/>
          </a:solidFill>
          <a:ln/>
        </p:spPr>
      </p:sp>
      <p:sp>
        <p:nvSpPr>
          <p:cNvPr id="7" name="Shape 5"/>
          <p:cNvSpPr/>
          <p:nvPr/>
        </p:nvSpPr>
        <p:spPr>
          <a:xfrm>
            <a:off x="3746754" y="2524887"/>
            <a:ext cx="197510" cy="19751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8" name="Shape 6"/>
          <p:cNvSpPr/>
          <p:nvPr/>
        </p:nvSpPr>
        <p:spPr>
          <a:xfrm>
            <a:off x="4055364" y="2524887"/>
            <a:ext cx="197510" cy="19751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7"/>
          <p:cNvSpPr/>
          <p:nvPr/>
        </p:nvSpPr>
        <p:spPr>
          <a:xfrm>
            <a:off x="1216152" y="3265551"/>
            <a:ext cx="2962656" cy="86411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0" name="Shape 8"/>
          <p:cNvSpPr/>
          <p:nvPr/>
        </p:nvSpPr>
        <p:spPr>
          <a:xfrm>
            <a:off x="1463040" y="3327273"/>
            <a:ext cx="2468880" cy="1110996"/>
          </a:xfrm>
          <a:prstGeom prst="rect">
            <a:avLst/>
          </a:prstGeom>
          <a:solidFill>
            <a:srgbClr val="FFFFFF"/>
          </a:solidFill>
          <a:ln w="25718">
            <a:solidFill>
              <a:srgbClr val="C0C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91256" y="3487750"/>
            <a:ext cx="370332" cy="37033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2" name="Shape 10"/>
          <p:cNvSpPr/>
          <p:nvPr/>
        </p:nvSpPr>
        <p:spPr>
          <a:xfrm>
            <a:off x="1648206" y="4067937"/>
            <a:ext cx="2098548" cy="246888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3" name="Shape 11"/>
          <p:cNvSpPr/>
          <p:nvPr/>
        </p:nvSpPr>
        <p:spPr>
          <a:xfrm>
            <a:off x="1709928" y="3512439"/>
            <a:ext cx="555498" cy="308610"/>
          </a:xfrm>
          <a:prstGeom prst="ellipse">
            <a:avLst/>
          </a:prstGeom>
          <a:solidFill>
            <a:srgbClr val="7CC8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257800" y="123444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Prints on paper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257800" y="210312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2194560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us a paper copy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257800" y="297180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3063240"/>
            <a:ext cx="548640" cy="54864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2971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ink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257800" y="3840480"/>
            <a:ext cx="3429000" cy="777240"/>
          </a:xfrm>
          <a:prstGeom prst="roundRect">
            <a:avLst>
              <a:gd name="adj" fmla="val 23529"/>
            </a:avLst>
          </a:prstGeom>
          <a:solidFill>
            <a:srgbClr val="FFD16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394960" y="3840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a colourful picture!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Match the part!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554480" cy="1463040"/>
          </a:xfrm>
          <a:prstGeom prst="roundRect">
            <a:avLst>
              <a:gd name="adj" fmla="val 11250"/>
            </a:avLst>
          </a:prstGeom>
          <a:solidFill>
            <a:srgbClr val="E3EEFF"/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" y="1572768"/>
            <a:ext cx="438912" cy="877824"/>
          </a:xfrm>
          <a:prstGeom prst="roundRect">
            <a:avLst>
              <a:gd name="adj" fmla="val 8333"/>
            </a:avLst>
          </a:prstGeom>
          <a:solidFill>
            <a:srgbClr val="8D99AE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1609344"/>
            <a:ext cx="365760" cy="804672"/>
          </a:xfrm>
          <a:prstGeom prst="roundRect">
            <a:avLst>
              <a:gd name="adj" fmla="val 8000"/>
            </a:avLst>
          </a:prstGeom>
          <a:solidFill>
            <a:srgbClr val="A9B3C6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" y="1682496"/>
            <a:ext cx="292608" cy="51206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" y="1773936"/>
            <a:ext cx="292608" cy="25603"/>
          </a:xfrm>
          <a:prstGeom prst="rect">
            <a:avLst/>
          </a:prstGeom>
          <a:solidFill>
            <a:srgbClr val="5C677D"/>
          </a:solidFill>
          <a:ln/>
        </p:spPr>
      </p:sp>
      <p:sp>
        <p:nvSpPr>
          <p:cNvPr id="8" name="Shape 6"/>
          <p:cNvSpPr/>
          <p:nvPr/>
        </p:nvSpPr>
        <p:spPr>
          <a:xfrm>
            <a:off x="1080821" y="1938528"/>
            <a:ext cx="131674" cy="13167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9" name="Shape 7"/>
          <p:cNvSpPr/>
          <p:nvPr/>
        </p:nvSpPr>
        <p:spPr>
          <a:xfrm>
            <a:off x="1271016" y="1967789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" y="2212848"/>
            <a:ext cx="109728" cy="43891"/>
          </a:xfrm>
          <a:prstGeom prst="roundRect">
            <a:avLst>
              <a:gd name="adj" fmla="val 25000"/>
            </a:avLst>
          </a:prstGeom>
          <a:solidFill>
            <a:srgbClr val="2B2D42"/>
          </a:solidFill>
          <a:ln/>
        </p:spPr>
      </p:sp>
      <p:sp>
        <p:nvSpPr>
          <p:cNvPr id="11" name="Shape 9"/>
          <p:cNvSpPr/>
          <p:nvPr/>
        </p:nvSpPr>
        <p:spPr>
          <a:xfrm>
            <a:off x="1252728" y="2212848"/>
            <a:ext cx="109728" cy="43891"/>
          </a:xfrm>
          <a:prstGeom prst="roundRect">
            <a:avLst>
              <a:gd name="adj" fmla="val 25000"/>
            </a:avLst>
          </a:prstGeom>
          <a:solidFill>
            <a:srgbClr val="2B2D42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" y="2304288"/>
            <a:ext cx="292608" cy="29261"/>
          </a:xfrm>
          <a:prstGeom prst="roundRect">
            <a:avLst>
              <a:gd name="adj" fmla="val 37500"/>
            </a:avLst>
          </a:prstGeom>
          <a:solidFill>
            <a:srgbClr val="5C677D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1261872"/>
            <a:ext cx="411480" cy="411480"/>
          </a:xfrm>
          <a:prstGeom prst="ellipse">
            <a:avLst/>
          </a:prstGeom>
          <a:solidFill>
            <a:srgbClr val="3A8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125980" y="1188720"/>
            <a:ext cx="1554480" cy="1463040"/>
          </a:xfrm>
          <a:prstGeom prst="roundRect">
            <a:avLst>
              <a:gd name="adj" fmla="val 11250"/>
            </a:avLst>
          </a:prstGeom>
          <a:solidFill>
            <a:srgbClr val="DDF6EA"/>
          </a:solidFill>
          <a:ln/>
        </p:spPr>
      </p:sp>
      <p:sp>
        <p:nvSpPr>
          <p:cNvPr id="15" name="Shape 13"/>
          <p:cNvSpPr/>
          <p:nvPr/>
        </p:nvSpPr>
        <p:spPr>
          <a:xfrm>
            <a:off x="2354580" y="1563624"/>
            <a:ext cx="1097280" cy="73152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16" name="Shape 14"/>
          <p:cNvSpPr/>
          <p:nvPr/>
        </p:nvSpPr>
        <p:spPr>
          <a:xfrm>
            <a:off x="2398471" y="1607515"/>
            <a:ext cx="1009498" cy="643738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122676" y="1673352"/>
            <a:ext cx="182880" cy="18288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8" name="Shape 16"/>
          <p:cNvSpPr/>
          <p:nvPr/>
        </p:nvSpPr>
        <p:spPr>
          <a:xfrm>
            <a:off x="2500884" y="1764792"/>
            <a:ext cx="292608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610612" y="1709928"/>
            <a:ext cx="219456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398471" y="2112264"/>
            <a:ext cx="1009498" cy="138989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21" name="Shape 19"/>
          <p:cNvSpPr/>
          <p:nvPr/>
        </p:nvSpPr>
        <p:spPr>
          <a:xfrm>
            <a:off x="2830068" y="2295144"/>
            <a:ext cx="146304" cy="10972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3764" y="2397557"/>
            <a:ext cx="438912" cy="58522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23" name="Text 21"/>
          <p:cNvSpPr/>
          <p:nvPr/>
        </p:nvSpPr>
        <p:spPr>
          <a:xfrm>
            <a:off x="2199132" y="1261872"/>
            <a:ext cx="411480" cy="411480"/>
          </a:xfrm>
          <a:prstGeom prst="ellipse">
            <a:avLst/>
          </a:prstGeom>
          <a:solidFill>
            <a:srgbClr val="1FA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794760" y="1188720"/>
            <a:ext cx="1554480" cy="1463040"/>
          </a:xfrm>
          <a:prstGeom prst="roundRect">
            <a:avLst>
              <a:gd name="adj" fmla="val 11250"/>
            </a:avLst>
          </a:prstGeom>
          <a:solidFill>
            <a:srgbClr val="ECE7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872484" y="1785366"/>
            <a:ext cx="1399032" cy="452628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21862" y="182651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041191" y="182651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160520" y="182651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279849" y="182651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399178" y="182651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518508" y="182651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637837" y="182651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757166" y="182651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876495" y="182651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995824" y="182651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6" name="Shape 34"/>
          <p:cNvSpPr/>
          <p:nvPr/>
        </p:nvSpPr>
        <p:spPr>
          <a:xfrm>
            <a:off x="5115154" y="182651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7" name="Shape 35"/>
          <p:cNvSpPr/>
          <p:nvPr/>
        </p:nvSpPr>
        <p:spPr>
          <a:xfrm>
            <a:off x="3921862" y="192115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8" name="Shape 36"/>
          <p:cNvSpPr/>
          <p:nvPr/>
        </p:nvSpPr>
        <p:spPr>
          <a:xfrm>
            <a:off x="4041191" y="192115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9" name="Shape 37"/>
          <p:cNvSpPr/>
          <p:nvPr/>
        </p:nvSpPr>
        <p:spPr>
          <a:xfrm>
            <a:off x="4160520" y="192115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279849" y="192115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399178" y="192115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518508" y="192115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637837" y="192115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757166" y="192115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5" name="Shape 43"/>
          <p:cNvSpPr/>
          <p:nvPr/>
        </p:nvSpPr>
        <p:spPr>
          <a:xfrm>
            <a:off x="4876495" y="192115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6" name="Shape 44"/>
          <p:cNvSpPr/>
          <p:nvPr/>
        </p:nvSpPr>
        <p:spPr>
          <a:xfrm>
            <a:off x="4995824" y="192115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7" name="Shape 45"/>
          <p:cNvSpPr/>
          <p:nvPr/>
        </p:nvSpPr>
        <p:spPr>
          <a:xfrm>
            <a:off x="5115154" y="1921154"/>
            <a:ext cx="94640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8" name="Shape 46"/>
          <p:cNvSpPr/>
          <p:nvPr/>
        </p:nvSpPr>
        <p:spPr>
          <a:xfrm>
            <a:off x="3921862" y="2015795"/>
            <a:ext cx="94640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9" name="Shape 47"/>
          <p:cNvSpPr/>
          <p:nvPr/>
        </p:nvSpPr>
        <p:spPr>
          <a:xfrm>
            <a:off x="4041191" y="2015795"/>
            <a:ext cx="94640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0" name="Shape 48"/>
          <p:cNvSpPr/>
          <p:nvPr/>
        </p:nvSpPr>
        <p:spPr>
          <a:xfrm>
            <a:off x="4160520" y="2015795"/>
            <a:ext cx="94640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1" name="Shape 49"/>
          <p:cNvSpPr/>
          <p:nvPr/>
        </p:nvSpPr>
        <p:spPr>
          <a:xfrm>
            <a:off x="4279849" y="2015795"/>
            <a:ext cx="94640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2" name="Shape 50"/>
          <p:cNvSpPr/>
          <p:nvPr/>
        </p:nvSpPr>
        <p:spPr>
          <a:xfrm>
            <a:off x="4399178" y="2015795"/>
            <a:ext cx="94640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3" name="Shape 51"/>
          <p:cNvSpPr/>
          <p:nvPr/>
        </p:nvSpPr>
        <p:spPr>
          <a:xfrm>
            <a:off x="4518508" y="2015795"/>
            <a:ext cx="94640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4" name="Shape 52"/>
          <p:cNvSpPr/>
          <p:nvPr/>
        </p:nvSpPr>
        <p:spPr>
          <a:xfrm>
            <a:off x="4637837" y="2015795"/>
            <a:ext cx="94640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5" name="Shape 53"/>
          <p:cNvSpPr/>
          <p:nvPr/>
        </p:nvSpPr>
        <p:spPr>
          <a:xfrm>
            <a:off x="4757166" y="2015795"/>
            <a:ext cx="94640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6" name="Shape 54"/>
          <p:cNvSpPr/>
          <p:nvPr/>
        </p:nvSpPr>
        <p:spPr>
          <a:xfrm>
            <a:off x="4876495" y="2015795"/>
            <a:ext cx="94640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7" name="Shape 55"/>
          <p:cNvSpPr/>
          <p:nvPr/>
        </p:nvSpPr>
        <p:spPr>
          <a:xfrm>
            <a:off x="4995824" y="2015795"/>
            <a:ext cx="94640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8" name="Shape 56"/>
          <p:cNvSpPr/>
          <p:nvPr/>
        </p:nvSpPr>
        <p:spPr>
          <a:xfrm>
            <a:off x="5115154" y="2015795"/>
            <a:ext cx="94640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9" name="Shape 57"/>
          <p:cNvSpPr/>
          <p:nvPr/>
        </p:nvSpPr>
        <p:spPr>
          <a:xfrm>
            <a:off x="4201668" y="2114550"/>
            <a:ext cx="740664" cy="69952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60" name="Shape 58"/>
          <p:cNvSpPr/>
          <p:nvPr/>
        </p:nvSpPr>
        <p:spPr>
          <a:xfrm>
            <a:off x="3921862" y="2114550"/>
            <a:ext cx="226314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61" name="Shape 59"/>
          <p:cNvSpPr/>
          <p:nvPr/>
        </p:nvSpPr>
        <p:spPr>
          <a:xfrm>
            <a:off x="4995824" y="2114550"/>
            <a:ext cx="226314" cy="69952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62" name="Text 60"/>
          <p:cNvSpPr/>
          <p:nvPr/>
        </p:nvSpPr>
        <p:spPr>
          <a:xfrm>
            <a:off x="3867912" y="1261872"/>
            <a:ext cx="411480" cy="411480"/>
          </a:xfrm>
          <a:prstGeom prst="ellipse">
            <a:avLst/>
          </a:prstGeom>
          <a:solidFill>
            <a:srgbClr val="7B5C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463540" y="1188720"/>
            <a:ext cx="1554480" cy="1463040"/>
          </a:xfrm>
          <a:prstGeom prst="roundRect">
            <a:avLst>
              <a:gd name="adj" fmla="val 11250"/>
            </a:avLst>
          </a:prstGeom>
          <a:solidFill>
            <a:srgbClr val="FFE6D5"/>
          </a:solidFill>
          <a:ln/>
        </p:spPr>
      </p:sp>
      <p:sp>
        <p:nvSpPr>
          <p:cNvPr id="64" name="Shape 62"/>
          <p:cNvSpPr/>
          <p:nvPr/>
        </p:nvSpPr>
        <p:spPr>
          <a:xfrm>
            <a:off x="6240780" y="1620774"/>
            <a:ext cx="0" cy="226314"/>
          </a:xfrm>
          <a:prstGeom prst="line">
            <a:avLst/>
          </a:prstGeom>
          <a:noFill/>
          <a:ln w="14288">
            <a:solidFill>
              <a:srgbClr val="5C677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055614" y="1826514"/>
            <a:ext cx="370332" cy="576072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63844" y="1834744"/>
            <a:ext cx="172822" cy="226314"/>
          </a:xfrm>
          <a:prstGeom prst="roundRect">
            <a:avLst>
              <a:gd name="adj" fmla="val 47619"/>
            </a:avLst>
          </a:prstGeom>
          <a:solidFill>
            <a:srgbClr val="BFD7FF"/>
          </a:solidFill>
          <a:ln/>
        </p:spPr>
      </p:sp>
      <p:sp>
        <p:nvSpPr>
          <p:cNvPr id="67" name="Shape 65"/>
          <p:cNvSpPr/>
          <p:nvPr/>
        </p:nvSpPr>
        <p:spPr>
          <a:xfrm>
            <a:off x="6244895" y="1834744"/>
            <a:ext cx="172822" cy="226314"/>
          </a:xfrm>
          <a:prstGeom prst="roundRect">
            <a:avLst>
              <a:gd name="adj" fmla="val 47619"/>
            </a:avLst>
          </a:prstGeom>
          <a:solidFill>
            <a:srgbClr val="FFD9B0"/>
          </a:solidFill>
          <a:ln/>
        </p:spPr>
      </p:sp>
      <p:sp>
        <p:nvSpPr>
          <p:cNvPr id="68" name="Shape 66"/>
          <p:cNvSpPr/>
          <p:nvPr/>
        </p:nvSpPr>
        <p:spPr>
          <a:xfrm>
            <a:off x="6211976" y="1875892"/>
            <a:ext cx="57607" cy="123444"/>
          </a:xfrm>
          <a:prstGeom prst="roundRect">
            <a:avLst>
              <a:gd name="adj" fmla="val 42857"/>
            </a:avLst>
          </a:prstGeom>
          <a:solidFill>
            <a:srgbClr val="8D99AE"/>
          </a:solidFill>
          <a:ln/>
        </p:spPr>
      </p:sp>
      <p:sp>
        <p:nvSpPr>
          <p:cNvPr id="69" name="Text 67"/>
          <p:cNvSpPr/>
          <p:nvPr/>
        </p:nvSpPr>
        <p:spPr>
          <a:xfrm>
            <a:off x="5536692" y="1261872"/>
            <a:ext cx="411480" cy="411480"/>
          </a:xfrm>
          <a:prstGeom prst="ellipse">
            <a:avLst/>
          </a:prstGeom>
          <a:solidFill>
            <a:srgbClr val="E85D0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7132320" y="1188720"/>
            <a:ext cx="1554480" cy="1463040"/>
          </a:xfrm>
          <a:prstGeom prst="roundRect">
            <a:avLst>
              <a:gd name="adj" fmla="val 11250"/>
            </a:avLst>
          </a:prstGeom>
          <a:solidFill>
            <a:srgbClr val="FFE3EE"/>
          </a:solidFill>
          <a:ln/>
        </p:spPr>
      </p:sp>
      <p:sp>
        <p:nvSpPr>
          <p:cNvPr id="71" name="Shape 69"/>
          <p:cNvSpPr/>
          <p:nvPr/>
        </p:nvSpPr>
        <p:spPr>
          <a:xfrm>
            <a:off x="7539228" y="1507617"/>
            <a:ext cx="740664" cy="3703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6D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92340" y="1795653"/>
            <a:ext cx="1234440" cy="493776"/>
          </a:xfrm>
          <a:prstGeom prst="roundRect">
            <a:avLst>
              <a:gd name="adj" fmla="val 11667"/>
            </a:avLst>
          </a:prstGeom>
          <a:solidFill>
            <a:srgbClr val="5C677D"/>
          </a:solidFill>
          <a:ln/>
        </p:spPr>
      </p:sp>
      <p:sp>
        <p:nvSpPr>
          <p:cNvPr id="73" name="Shape 71"/>
          <p:cNvSpPr/>
          <p:nvPr/>
        </p:nvSpPr>
        <p:spPr>
          <a:xfrm>
            <a:off x="7341718" y="1836801"/>
            <a:ext cx="1135685" cy="144018"/>
          </a:xfrm>
          <a:prstGeom prst="roundRect">
            <a:avLst>
              <a:gd name="adj" fmla="val 22857"/>
            </a:avLst>
          </a:prstGeom>
          <a:solidFill>
            <a:srgbClr val="8D99AE"/>
          </a:solidFill>
          <a:ln/>
        </p:spPr>
      </p:sp>
      <p:sp>
        <p:nvSpPr>
          <p:cNvPr id="74" name="Shape 72"/>
          <p:cNvSpPr/>
          <p:nvPr/>
        </p:nvSpPr>
        <p:spPr>
          <a:xfrm>
            <a:off x="8259318" y="1877949"/>
            <a:ext cx="65837" cy="65837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5" name="Shape 73"/>
          <p:cNvSpPr/>
          <p:nvPr/>
        </p:nvSpPr>
        <p:spPr>
          <a:xfrm>
            <a:off x="8362188" y="1877949"/>
            <a:ext cx="65837" cy="65837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76" name="Shape 74"/>
          <p:cNvSpPr/>
          <p:nvPr/>
        </p:nvSpPr>
        <p:spPr>
          <a:xfrm>
            <a:off x="7415784" y="2124837"/>
            <a:ext cx="987552" cy="28804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7" name="Shape 75"/>
          <p:cNvSpPr/>
          <p:nvPr/>
        </p:nvSpPr>
        <p:spPr>
          <a:xfrm>
            <a:off x="7498080" y="2145411"/>
            <a:ext cx="822960" cy="3703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6D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074152" y="2198903"/>
            <a:ext cx="123444" cy="12344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79" name="Shape 77"/>
          <p:cNvSpPr/>
          <p:nvPr/>
        </p:nvSpPr>
        <p:spPr>
          <a:xfrm>
            <a:off x="7559802" y="2392299"/>
            <a:ext cx="699516" cy="82296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80" name="Shape 78"/>
          <p:cNvSpPr/>
          <p:nvPr/>
        </p:nvSpPr>
        <p:spPr>
          <a:xfrm>
            <a:off x="7580376" y="2207133"/>
            <a:ext cx="185166" cy="102870"/>
          </a:xfrm>
          <a:prstGeom prst="ellipse">
            <a:avLst/>
          </a:prstGeom>
          <a:solidFill>
            <a:srgbClr val="7CC8FF"/>
          </a:solidFill>
          <a:ln/>
        </p:spPr>
      </p:sp>
      <p:sp>
        <p:nvSpPr>
          <p:cNvPr id="81" name="Text 79"/>
          <p:cNvSpPr/>
          <p:nvPr/>
        </p:nvSpPr>
        <p:spPr>
          <a:xfrm>
            <a:off x="7205472" y="1261872"/>
            <a:ext cx="411480" cy="411480"/>
          </a:xfrm>
          <a:prstGeom prst="ellipse">
            <a:avLst/>
          </a:prstGeom>
          <a:solidFill>
            <a:srgbClr val="D6336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457200" y="2926080"/>
            <a:ext cx="1554480" cy="1691640"/>
          </a:xfrm>
          <a:prstGeom prst="roundRect">
            <a:avLst>
              <a:gd name="adj" fmla="val 10588"/>
            </a:avLst>
          </a:prstGeom>
          <a:solidFill>
            <a:srgbClr val="FFF4D1"/>
          </a:solidFill>
          <a:ln/>
        </p:spPr>
      </p:sp>
      <p:sp>
        <p:nvSpPr>
          <p:cNvPr id="83" name="Text 81"/>
          <p:cNvSpPr/>
          <p:nvPr/>
        </p:nvSpPr>
        <p:spPr>
          <a:xfrm>
            <a:off x="530352" y="2999232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4" name="Text 82"/>
          <p:cNvSpPr txBox="1"/>
          <p:nvPr/>
        </p:nvSpPr>
        <p:spPr>
          <a:xfrm>
            <a:off x="566928" y="352044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have many keys.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2125980" y="2926080"/>
            <a:ext cx="1554480" cy="1691640"/>
          </a:xfrm>
          <a:prstGeom prst="roundRect">
            <a:avLst>
              <a:gd name="adj" fmla="val 10588"/>
            </a:avLst>
          </a:prstGeom>
          <a:solidFill>
            <a:srgbClr val="FFF4D1"/>
          </a:solidFill>
          <a:ln/>
        </p:spPr>
      </p:sp>
      <p:sp>
        <p:nvSpPr>
          <p:cNvPr id="86" name="Text 84"/>
          <p:cNvSpPr/>
          <p:nvPr/>
        </p:nvSpPr>
        <p:spPr>
          <a:xfrm>
            <a:off x="2199132" y="2999232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7" name="Text 85"/>
          <p:cNvSpPr txBox="1"/>
          <p:nvPr/>
        </p:nvSpPr>
        <p:spPr>
          <a:xfrm>
            <a:off x="2235708" y="352044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print on paper.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3794760" y="2926080"/>
            <a:ext cx="1554480" cy="1691640"/>
          </a:xfrm>
          <a:prstGeom prst="roundRect">
            <a:avLst>
              <a:gd name="adj" fmla="val 10588"/>
            </a:avLst>
          </a:prstGeom>
          <a:solidFill>
            <a:srgbClr val="FFF4D1"/>
          </a:solidFill>
          <a:ln/>
        </p:spPr>
      </p:sp>
      <p:sp>
        <p:nvSpPr>
          <p:cNvPr id="89" name="Text 87"/>
          <p:cNvSpPr/>
          <p:nvPr/>
        </p:nvSpPr>
        <p:spPr>
          <a:xfrm>
            <a:off x="3867912" y="2999232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90" name="Text 88"/>
          <p:cNvSpPr txBox="1"/>
          <p:nvPr/>
        </p:nvSpPr>
        <p:spPr>
          <a:xfrm>
            <a:off x="3904488" y="352044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the brain.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5463540" y="2926080"/>
            <a:ext cx="1554480" cy="1691640"/>
          </a:xfrm>
          <a:prstGeom prst="roundRect">
            <a:avLst>
              <a:gd name="adj" fmla="val 10588"/>
            </a:avLst>
          </a:prstGeom>
          <a:solidFill>
            <a:srgbClr val="FFF4D1"/>
          </a:solidFill>
          <a:ln/>
        </p:spPr>
      </p:sp>
      <p:sp>
        <p:nvSpPr>
          <p:cNvPr id="92" name="Text 90"/>
          <p:cNvSpPr/>
          <p:nvPr/>
        </p:nvSpPr>
        <p:spPr>
          <a:xfrm>
            <a:off x="5536692" y="2999232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93" name="Text 91"/>
          <p:cNvSpPr txBox="1"/>
          <p:nvPr/>
        </p:nvSpPr>
        <p:spPr>
          <a:xfrm>
            <a:off x="5573268" y="352044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show pictures.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7132320" y="2926080"/>
            <a:ext cx="1554480" cy="1691640"/>
          </a:xfrm>
          <a:prstGeom prst="roundRect">
            <a:avLst>
              <a:gd name="adj" fmla="val 10588"/>
            </a:avLst>
          </a:prstGeom>
          <a:solidFill>
            <a:srgbClr val="FFF4D1"/>
          </a:solidFill>
          <a:ln/>
        </p:spPr>
      </p:sp>
      <p:sp>
        <p:nvSpPr>
          <p:cNvPr id="95" name="Text 93"/>
          <p:cNvSpPr/>
          <p:nvPr/>
        </p:nvSpPr>
        <p:spPr>
          <a:xfrm>
            <a:off x="7205472" y="2999232"/>
            <a:ext cx="411480" cy="41148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96" name="Text 94"/>
          <p:cNvSpPr txBox="1"/>
          <p:nvPr/>
        </p:nvSpPr>
        <p:spPr>
          <a:xfrm>
            <a:off x="7242048" y="352044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click, click!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Great job!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783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D166"/>
                </a:solidFill>
              </a:rPr>
              <a:t>CPU • Monitor • Keyboard • Mouse • Printer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0" y="320040"/>
            <a:ext cx="822960" cy="8229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" name="Shape 3"/>
          <p:cNvSpPr/>
          <p:nvPr/>
        </p:nvSpPr>
        <p:spPr>
          <a:xfrm>
            <a:off x="525780" y="3224403"/>
            <a:ext cx="1508760" cy="100584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6" name="Shape 4"/>
          <p:cNvSpPr/>
          <p:nvPr/>
        </p:nvSpPr>
        <p:spPr>
          <a:xfrm>
            <a:off x="586130" y="3284753"/>
            <a:ext cx="1388059" cy="885139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7" name="Shape 5"/>
          <p:cNvSpPr/>
          <p:nvPr/>
        </p:nvSpPr>
        <p:spPr>
          <a:xfrm>
            <a:off x="1581912" y="3375279"/>
            <a:ext cx="251460" cy="2514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8" name="Shape 6"/>
          <p:cNvSpPr/>
          <p:nvPr/>
        </p:nvSpPr>
        <p:spPr>
          <a:xfrm>
            <a:off x="726948" y="3501009"/>
            <a:ext cx="402336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3425571"/>
            <a:ext cx="301752" cy="22631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86130" y="3978783"/>
            <a:ext cx="1388059" cy="191110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1" name="Shape 9"/>
          <p:cNvSpPr/>
          <p:nvPr/>
        </p:nvSpPr>
        <p:spPr>
          <a:xfrm>
            <a:off x="1179576" y="4230243"/>
            <a:ext cx="201168" cy="150876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2" name="Shape 10"/>
          <p:cNvSpPr/>
          <p:nvPr/>
        </p:nvSpPr>
        <p:spPr>
          <a:xfrm>
            <a:off x="978408" y="4371061"/>
            <a:ext cx="603504" cy="80467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304288" y="3236976"/>
            <a:ext cx="603504" cy="1207008"/>
          </a:xfrm>
          <a:prstGeom prst="roundRect">
            <a:avLst>
              <a:gd name="adj" fmla="val 8333"/>
            </a:avLst>
          </a:prstGeom>
          <a:solidFill>
            <a:srgbClr val="8D99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354580" y="3287268"/>
            <a:ext cx="502920" cy="1106424"/>
          </a:xfrm>
          <a:prstGeom prst="roundRect">
            <a:avLst>
              <a:gd name="adj" fmla="val 8000"/>
            </a:avLst>
          </a:prstGeom>
          <a:solidFill>
            <a:srgbClr val="A9B3C6"/>
          </a:solidFill>
          <a:ln/>
        </p:spPr>
      </p:sp>
      <p:sp>
        <p:nvSpPr>
          <p:cNvPr id="15" name="Shape 13"/>
          <p:cNvSpPr/>
          <p:nvPr/>
        </p:nvSpPr>
        <p:spPr>
          <a:xfrm>
            <a:off x="2404872" y="3387852"/>
            <a:ext cx="402336" cy="70409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6" name="Shape 14"/>
          <p:cNvSpPr/>
          <p:nvPr/>
        </p:nvSpPr>
        <p:spPr>
          <a:xfrm>
            <a:off x="2404872" y="3513582"/>
            <a:ext cx="402336" cy="35204"/>
          </a:xfrm>
          <a:prstGeom prst="rect">
            <a:avLst/>
          </a:prstGeom>
          <a:solidFill>
            <a:srgbClr val="5C677D"/>
          </a:solidFill>
          <a:ln/>
        </p:spPr>
      </p:sp>
      <p:sp>
        <p:nvSpPr>
          <p:cNvPr id="17" name="Shape 15"/>
          <p:cNvSpPr/>
          <p:nvPr/>
        </p:nvSpPr>
        <p:spPr>
          <a:xfrm>
            <a:off x="2394814" y="3739896"/>
            <a:ext cx="181051" cy="181051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8" name="Shape 16"/>
          <p:cNvSpPr/>
          <p:nvPr/>
        </p:nvSpPr>
        <p:spPr>
          <a:xfrm>
            <a:off x="2656332" y="3780130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9" name="Shape 17"/>
          <p:cNvSpPr/>
          <p:nvPr/>
        </p:nvSpPr>
        <p:spPr>
          <a:xfrm>
            <a:off x="2404872" y="4117086"/>
            <a:ext cx="150876" cy="60350"/>
          </a:xfrm>
          <a:prstGeom prst="roundRect">
            <a:avLst>
              <a:gd name="adj" fmla="val 25000"/>
            </a:avLst>
          </a:prstGeom>
          <a:solidFill>
            <a:srgbClr val="2B2D42"/>
          </a:solidFill>
          <a:ln/>
        </p:spPr>
      </p:sp>
      <p:sp>
        <p:nvSpPr>
          <p:cNvPr id="20" name="Shape 18"/>
          <p:cNvSpPr/>
          <p:nvPr/>
        </p:nvSpPr>
        <p:spPr>
          <a:xfrm>
            <a:off x="2631186" y="4117086"/>
            <a:ext cx="150876" cy="60350"/>
          </a:xfrm>
          <a:prstGeom prst="roundRect">
            <a:avLst>
              <a:gd name="adj" fmla="val 25000"/>
            </a:avLst>
          </a:prstGeom>
          <a:solidFill>
            <a:srgbClr val="2B2D42"/>
          </a:solidFill>
          <a:ln/>
        </p:spPr>
      </p:sp>
      <p:sp>
        <p:nvSpPr>
          <p:cNvPr id="21" name="Shape 19"/>
          <p:cNvSpPr/>
          <p:nvPr/>
        </p:nvSpPr>
        <p:spPr>
          <a:xfrm>
            <a:off x="2404872" y="4242816"/>
            <a:ext cx="402336" cy="40234"/>
          </a:xfrm>
          <a:prstGeom prst="roundRect">
            <a:avLst>
              <a:gd name="adj" fmla="val 37500"/>
            </a:avLst>
          </a:prstGeom>
          <a:solidFill>
            <a:srgbClr val="5C677D"/>
          </a:solidFill>
          <a:ln/>
        </p:spPr>
      </p:sp>
      <p:sp>
        <p:nvSpPr>
          <p:cNvPr id="22" name="Shape 20"/>
          <p:cNvSpPr/>
          <p:nvPr/>
        </p:nvSpPr>
        <p:spPr>
          <a:xfrm>
            <a:off x="3246120" y="358902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00984" y="363474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433572" y="363474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566160" y="363474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698748" y="363474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831336" y="363474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8" name="Shape 26"/>
          <p:cNvSpPr/>
          <p:nvPr/>
        </p:nvSpPr>
        <p:spPr>
          <a:xfrm>
            <a:off x="3963924" y="363474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096512" y="363474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229100" y="363474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361688" y="363474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494276" y="363474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3" name="Shape 31"/>
          <p:cNvSpPr/>
          <p:nvPr/>
        </p:nvSpPr>
        <p:spPr>
          <a:xfrm>
            <a:off x="4626864" y="3634740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4" name="Shape 32"/>
          <p:cNvSpPr/>
          <p:nvPr/>
        </p:nvSpPr>
        <p:spPr>
          <a:xfrm>
            <a:off x="3300984" y="373989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5" name="Shape 33"/>
          <p:cNvSpPr/>
          <p:nvPr/>
        </p:nvSpPr>
        <p:spPr>
          <a:xfrm>
            <a:off x="3433572" y="373989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6" name="Shape 34"/>
          <p:cNvSpPr/>
          <p:nvPr/>
        </p:nvSpPr>
        <p:spPr>
          <a:xfrm>
            <a:off x="3566160" y="373989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7" name="Shape 35"/>
          <p:cNvSpPr/>
          <p:nvPr/>
        </p:nvSpPr>
        <p:spPr>
          <a:xfrm>
            <a:off x="3698748" y="373989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8" name="Shape 36"/>
          <p:cNvSpPr/>
          <p:nvPr/>
        </p:nvSpPr>
        <p:spPr>
          <a:xfrm>
            <a:off x="3831336" y="373989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39" name="Shape 37"/>
          <p:cNvSpPr/>
          <p:nvPr/>
        </p:nvSpPr>
        <p:spPr>
          <a:xfrm>
            <a:off x="3963924" y="373989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096512" y="373989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229100" y="373989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361688" y="373989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494276" y="373989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626864" y="3739896"/>
            <a:ext cx="105156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45" name="Shape 43"/>
          <p:cNvSpPr/>
          <p:nvPr/>
        </p:nvSpPr>
        <p:spPr>
          <a:xfrm>
            <a:off x="3300984" y="384505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6" name="Shape 44"/>
          <p:cNvSpPr/>
          <p:nvPr/>
        </p:nvSpPr>
        <p:spPr>
          <a:xfrm>
            <a:off x="3433572" y="384505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7" name="Shape 45"/>
          <p:cNvSpPr/>
          <p:nvPr/>
        </p:nvSpPr>
        <p:spPr>
          <a:xfrm>
            <a:off x="3566160" y="384505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8" name="Shape 46"/>
          <p:cNvSpPr/>
          <p:nvPr/>
        </p:nvSpPr>
        <p:spPr>
          <a:xfrm>
            <a:off x="3698748" y="384505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49" name="Shape 47"/>
          <p:cNvSpPr/>
          <p:nvPr/>
        </p:nvSpPr>
        <p:spPr>
          <a:xfrm>
            <a:off x="3831336" y="384505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0" name="Shape 48"/>
          <p:cNvSpPr/>
          <p:nvPr/>
        </p:nvSpPr>
        <p:spPr>
          <a:xfrm>
            <a:off x="3963924" y="384505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1" name="Shape 49"/>
          <p:cNvSpPr/>
          <p:nvPr/>
        </p:nvSpPr>
        <p:spPr>
          <a:xfrm>
            <a:off x="4096512" y="384505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2" name="Shape 50"/>
          <p:cNvSpPr/>
          <p:nvPr/>
        </p:nvSpPr>
        <p:spPr>
          <a:xfrm>
            <a:off x="4229100" y="384505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3" name="Shape 51"/>
          <p:cNvSpPr/>
          <p:nvPr/>
        </p:nvSpPr>
        <p:spPr>
          <a:xfrm>
            <a:off x="4361688" y="384505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4" name="Shape 52"/>
          <p:cNvSpPr/>
          <p:nvPr/>
        </p:nvSpPr>
        <p:spPr>
          <a:xfrm>
            <a:off x="4494276" y="384505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5" name="Shape 53"/>
          <p:cNvSpPr/>
          <p:nvPr/>
        </p:nvSpPr>
        <p:spPr>
          <a:xfrm>
            <a:off x="4626864" y="3845052"/>
            <a:ext cx="105156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6" name="Shape 54"/>
          <p:cNvSpPr/>
          <p:nvPr/>
        </p:nvSpPr>
        <p:spPr>
          <a:xfrm>
            <a:off x="3611880" y="3954780"/>
            <a:ext cx="822960" cy="77724"/>
          </a:xfrm>
          <a:prstGeom prst="roundRect">
            <a:avLst>
              <a:gd name="adj" fmla="val 17647"/>
            </a:avLst>
          </a:prstGeom>
          <a:solidFill>
            <a:srgbClr val="BFD7FF"/>
          </a:solidFill>
          <a:ln/>
        </p:spPr>
      </p:sp>
      <p:sp>
        <p:nvSpPr>
          <p:cNvPr id="57" name="Shape 55"/>
          <p:cNvSpPr/>
          <p:nvPr/>
        </p:nvSpPr>
        <p:spPr>
          <a:xfrm>
            <a:off x="3300984" y="3954780"/>
            <a:ext cx="251460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8" name="Shape 56"/>
          <p:cNvSpPr/>
          <p:nvPr/>
        </p:nvSpPr>
        <p:spPr>
          <a:xfrm>
            <a:off x="4494276" y="3954780"/>
            <a:ext cx="251460" cy="77724"/>
          </a:xfrm>
          <a:prstGeom prst="roundRect">
            <a:avLst>
              <a:gd name="adj" fmla="val 17647"/>
            </a:avLst>
          </a:prstGeom>
          <a:solidFill>
            <a:srgbClr val="FFD9B0"/>
          </a:solidFill>
          <a:ln/>
        </p:spPr>
      </p:sp>
      <p:sp>
        <p:nvSpPr>
          <p:cNvPr id="59" name="Shape 57"/>
          <p:cNvSpPr/>
          <p:nvPr/>
        </p:nvSpPr>
        <p:spPr>
          <a:xfrm>
            <a:off x="5394960" y="3362706"/>
            <a:ext cx="0" cy="276606"/>
          </a:xfrm>
          <a:prstGeom prst="line">
            <a:avLst/>
          </a:prstGeom>
          <a:noFill/>
          <a:ln w="15716">
            <a:solidFill>
              <a:srgbClr val="5C677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168646" y="3614166"/>
            <a:ext cx="452628" cy="704088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0478">
            <a:solidFill>
              <a:srgbClr val="8D99A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178704" y="3624224"/>
            <a:ext cx="211226" cy="276606"/>
          </a:xfrm>
          <a:prstGeom prst="roundRect">
            <a:avLst>
              <a:gd name="adj" fmla="val 47619"/>
            </a:avLst>
          </a:prstGeom>
          <a:solidFill>
            <a:srgbClr val="BFD7FF"/>
          </a:solidFill>
          <a:ln/>
        </p:spPr>
      </p:sp>
      <p:sp>
        <p:nvSpPr>
          <p:cNvPr id="62" name="Shape 60"/>
          <p:cNvSpPr/>
          <p:nvPr/>
        </p:nvSpPr>
        <p:spPr>
          <a:xfrm>
            <a:off x="5399989" y="3624224"/>
            <a:ext cx="211226" cy="276606"/>
          </a:xfrm>
          <a:prstGeom prst="roundRect">
            <a:avLst>
              <a:gd name="adj" fmla="val 47619"/>
            </a:avLst>
          </a:prstGeom>
          <a:solidFill>
            <a:srgbClr val="FFD9B0"/>
          </a:solidFill>
          <a:ln/>
        </p:spPr>
      </p:sp>
      <p:sp>
        <p:nvSpPr>
          <p:cNvPr id="63" name="Shape 61"/>
          <p:cNvSpPr/>
          <p:nvPr/>
        </p:nvSpPr>
        <p:spPr>
          <a:xfrm>
            <a:off x="5359756" y="3674516"/>
            <a:ext cx="70409" cy="150876"/>
          </a:xfrm>
          <a:prstGeom prst="roundRect">
            <a:avLst>
              <a:gd name="adj" fmla="val 42857"/>
            </a:avLst>
          </a:prstGeom>
          <a:solidFill>
            <a:srgbClr val="8D99AE"/>
          </a:solidFill>
          <a:ln/>
        </p:spPr>
      </p:sp>
      <p:sp>
        <p:nvSpPr>
          <p:cNvPr id="64" name="Shape 62"/>
          <p:cNvSpPr/>
          <p:nvPr/>
        </p:nvSpPr>
        <p:spPr>
          <a:xfrm>
            <a:off x="6496812" y="3224403"/>
            <a:ext cx="905256" cy="452628"/>
          </a:xfrm>
          <a:prstGeom prst="rect">
            <a:avLst/>
          </a:prstGeom>
          <a:solidFill>
            <a:srgbClr val="FFFFFF"/>
          </a:solidFill>
          <a:ln w="10478">
            <a:solidFill>
              <a:srgbClr val="C0C6D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95060" y="3576447"/>
            <a:ext cx="1508760" cy="603504"/>
          </a:xfrm>
          <a:prstGeom prst="roundRect">
            <a:avLst>
              <a:gd name="adj" fmla="val 11667"/>
            </a:avLst>
          </a:prstGeom>
          <a:solidFill>
            <a:srgbClr val="5C677D"/>
          </a:solidFill>
          <a:ln/>
        </p:spPr>
      </p:sp>
      <p:sp>
        <p:nvSpPr>
          <p:cNvPr id="66" name="Shape 64"/>
          <p:cNvSpPr/>
          <p:nvPr/>
        </p:nvSpPr>
        <p:spPr>
          <a:xfrm>
            <a:off x="6255410" y="3626739"/>
            <a:ext cx="1388059" cy="176022"/>
          </a:xfrm>
          <a:prstGeom prst="roundRect">
            <a:avLst>
              <a:gd name="adj" fmla="val 22857"/>
            </a:avLst>
          </a:prstGeom>
          <a:solidFill>
            <a:srgbClr val="8D99AE"/>
          </a:solidFill>
          <a:ln/>
        </p:spPr>
      </p:sp>
      <p:sp>
        <p:nvSpPr>
          <p:cNvPr id="67" name="Shape 65"/>
          <p:cNvSpPr/>
          <p:nvPr/>
        </p:nvSpPr>
        <p:spPr>
          <a:xfrm>
            <a:off x="7376922" y="3677031"/>
            <a:ext cx="80467" cy="80467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8" name="Shape 66"/>
          <p:cNvSpPr/>
          <p:nvPr/>
        </p:nvSpPr>
        <p:spPr>
          <a:xfrm>
            <a:off x="7502652" y="3677031"/>
            <a:ext cx="80467" cy="80467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69" name="Shape 67"/>
          <p:cNvSpPr/>
          <p:nvPr/>
        </p:nvSpPr>
        <p:spPr>
          <a:xfrm>
            <a:off x="6345936" y="3978783"/>
            <a:ext cx="1207008" cy="35204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0" name="Shape 68"/>
          <p:cNvSpPr/>
          <p:nvPr/>
        </p:nvSpPr>
        <p:spPr>
          <a:xfrm>
            <a:off x="6446520" y="4003929"/>
            <a:ext cx="1005840" cy="452628"/>
          </a:xfrm>
          <a:prstGeom prst="rect">
            <a:avLst/>
          </a:prstGeom>
          <a:solidFill>
            <a:srgbClr val="FFFFFF"/>
          </a:solidFill>
          <a:ln w="10478">
            <a:solidFill>
              <a:srgbClr val="C0C6D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50608" y="4069309"/>
            <a:ext cx="150876" cy="15087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72" name="Shape 70"/>
          <p:cNvSpPr/>
          <p:nvPr/>
        </p:nvSpPr>
        <p:spPr>
          <a:xfrm>
            <a:off x="6521958" y="4305681"/>
            <a:ext cx="854964" cy="100584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73" name="Shape 71"/>
          <p:cNvSpPr/>
          <p:nvPr/>
        </p:nvSpPr>
        <p:spPr>
          <a:xfrm>
            <a:off x="6547104" y="4079367"/>
            <a:ext cx="226314" cy="125730"/>
          </a:xfrm>
          <a:prstGeom prst="ellipse">
            <a:avLst/>
          </a:prstGeom>
          <a:solidFill>
            <a:srgbClr val="7CC8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omputer Parts">
  <a:themeElements>
    <a:clrScheme name="Computer Parts">
      <a:dk1>
        <a:srgbClr val="1B2A6B"/>
      </a:dk1>
      <a:lt1>
        <a:srgbClr val="FFFFFF"/>
      </a:lt1>
      <a:dk2>
        <a:srgbClr val="2B2D42"/>
      </a:dk2>
      <a:lt2>
        <a:srgbClr val="F4F8FF"/>
      </a:lt2>
      <a:accent1>
        <a:srgbClr val="3A86FF"/>
      </a:accent1>
      <a:accent2>
        <a:srgbClr val="1FAA6B"/>
      </a:accent2>
      <a:accent3>
        <a:srgbClr val="7B5CFF"/>
      </a:accent3>
      <a:accent4>
        <a:srgbClr val="E85D04"/>
      </a:accent4>
      <a:accent5>
        <a:srgbClr val="FFD166"/>
      </a:accent5>
      <a:accent6>
        <a:srgbClr val="D6336C"/>
      </a:accent6>
      <a:hlink>
        <a:srgbClr val="3A86FF"/>
      </a:hlink>
      <a:folHlink>
        <a:srgbClr val="7B5CFF"/>
      </a:folHlink>
    </a:clrScheme>
    <a:fontScheme name="Computer Part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Parts of a Computer</dc:title>
  <dc:subject>PptxGenJS Presentation</dc:subject>
  <dc:creator>PptxGenJS</dc:creator>
  <cp:lastModifiedBy>PptxGenJS</cp:lastModifiedBy>
  <cp:revision>1</cp:revision>
  <dcterms:created xsi:type="dcterms:W3CDTF">2026-10-27T18:15:26Z</dcterms:created>
  <dcterms:modified xsi:type="dcterms:W3CDTF">2026-10-27T18:15:26Z</dcterms:modified>
</cp:coreProperties>
</file>