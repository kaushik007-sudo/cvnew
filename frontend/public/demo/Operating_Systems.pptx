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rating Systems" id="{6b9c7eeb-b93f-f0a4-104e-1000373a93b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do you see when you switch on a computer? That first screen belongs to the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operating system sits in the middle. When you click an app, the OS passes the message to the hardware. It is like a manager who gives jobs to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jobs: it starts the computer, runs apps, keeps our files in folders, and helps the mouse, keyboard and printer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is made by a company called Microsoft. It shows folders, windows and a taskbar. This picture is a simple drawing, not the real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is free and open, which means many people around the world help build and improve it. Different versions are called distributions, for example Ubuntu. The black window is a terminal where we type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middle is what both do. Left and right are what makes them different. Windows is mostly paid software; Linux is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Linux, 2 Windows, 3 Linux, 4 Windows. Let children point to the picture they choose.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what is an operating system? Name one thing it does. Name two operating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D16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B2A6B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Operating System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Windows and Linux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141732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005840"/>
            <a:ext cx="228600" cy="22860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3011668"/>
            <a:ext cx="1700784" cy="1133856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1715414" y="4145524"/>
            <a:ext cx="226771" cy="17007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Shape 7"/>
          <p:cNvSpPr/>
          <p:nvPr/>
        </p:nvSpPr>
        <p:spPr>
          <a:xfrm>
            <a:off x="1488643" y="4304264"/>
            <a:ext cx="680314" cy="90708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439" y="3079699"/>
            <a:ext cx="1564721" cy="997793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11" name="Shape 9"/>
          <p:cNvSpPr/>
          <p:nvPr/>
        </p:nvSpPr>
        <p:spPr>
          <a:xfrm>
            <a:off x="1261872" y="3125053"/>
            <a:ext cx="1133856" cy="793699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16990" y="3210093"/>
            <a:ext cx="850392" cy="5385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516990" y="3210093"/>
            <a:ext cx="850392" cy="113386"/>
          </a:xfrm>
          <a:prstGeom prst="rect">
            <a:avLst/>
          </a:prstGeom>
          <a:solidFill>
            <a:srgbClr val="CFE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140610" y="3244108"/>
            <a:ext cx="45354" cy="4535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08642" y="3244108"/>
            <a:ext cx="45354" cy="4535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Shape 14"/>
          <p:cNvSpPr/>
          <p:nvPr/>
        </p:nvSpPr>
        <p:spPr>
          <a:xfrm>
            <a:off x="2276673" y="3244108"/>
            <a:ext cx="45354" cy="4535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Shape 15"/>
          <p:cNvSpPr/>
          <p:nvPr/>
        </p:nvSpPr>
        <p:spPr>
          <a:xfrm>
            <a:off x="1573682" y="3408517"/>
            <a:ext cx="680314" cy="3968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3682" y="3493557"/>
            <a:ext cx="510235" cy="3968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73682" y="3578596"/>
            <a:ext cx="595274" cy="3968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132" y="3153400"/>
            <a:ext cx="79370" cy="34016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3132" y="3181746"/>
            <a:ext cx="192756" cy="13606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132" y="3436864"/>
            <a:ext cx="79370" cy="34016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3132" y="3465210"/>
            <a:ext cx="192756" cy="13606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6439" y="3941430"/>
            <a:ext cx="1564721" cy="136063"/>
          </a:xfrm>
          <a:prstGeom prst="rect">
            <a:avLst/>
          </a:prstGeom>
          <a:solidFill>
            <a:srgbClr val="24304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0455" y="3958438"/>
            <a:ext cx="102047" cy="102047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2029" y="3958438"/>
            <a:ext cx="102047" cy="102047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772107" y="3958438"/>
            <a:ext cx="102047" cy="102047"/>
          </a:xfrm>
          <a:prstGeom prst="roundRect">
            <a:avLst>
              <a:gd name="adj" fmla="val 22222"/>
            </a:avLst>
          </a:prstGeom>
          <a:solidFill>
            <a:srgbClr val="3DDC97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2186" y="3958438"/>
            <a:ext cx="102047" cy="102047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3310128" y="3011668"/>
            <a:ext cx="1700784" cy="1133856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30" name="Shape 28"/>
          <p:cNvSpPr/>
          <p:nvPr/>
        </p:nvSpPr>
        <p:spPr>
          <a:xfrm>
            <a:off x="4047134" y="4145524"/>
            <a:ext cx="226771" cy="17007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820363" y="4304264"/>
            <a:ext cx="680314" cy="90708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3378159" y="3079699"/>
            <a:ext cx="1564721" cy="997793"/>
          </a:xfrm>
          <a:prstGeom prst="rect">
            <a:avLst/>
          </a:prstGeom>
          <a:solidFill>
            <a:srgbClr val="4B2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3378159" y="3079699"/>
            <a:ext cx="1564721" cy="90708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3514" y="3108046"/>
            <a:ext cx="34016" cy="34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85716" y="3113715"/>
            <a:ext cx="283464" cy="22677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6" name="Shape 34"/>
          <p:cNvSpPr/>
          <p:nvPr/>
        </p:nvSpPr>
        <p:spPr>
          <a:xfrm>
            <a:off x="3378159" y="3170408"/>
            <a:ext cx="204094" cy="907085"/>
          </a:xfrm>
          <a:prstGeom prst="rect">
            <a:avLst/>
          </a:prstGeom>
          <a:solidFill>
            <a:srgbClr val="2F1B45"/>
          </a:solidFill>
          <a:ln/>
        </p:spPr>
      </p:sp>
      <p:sp>
        <p:nvSpPr>
          <p:cNvPr id="37" name="Shape 35"/>
          <p:cNvSpPr/>
          <p:nvPr/>
        </p:nvSpPr>
        <p:spPr>
          <a:xfrm>
            <a:off x="3423514" y="3238439"/>
            <a:ext cx="113386" cy="113386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</p:sp>
      <p:sp>
        <p:nvSpPr>
          <p:cNvPr id="38" name="Shape 36"/>
          <p:cNvSpPr/>
          <p:nvPr/>
        </p:nvSpPr>
        <p:spPr>
          <a:xfrm>
            <a:off x="3423514" y="3453872"/>
            <a:ext cx="113386" cy="113386"/>
          </a:xfrm>
          <a:prstGeom prst="roundRect">
            <a:avLst>
              <a:gd name="adj" fmla="val 25000"/>
            </a:avLst>
          </a:prstGeom>
          <a:solidFill>
            <a:srgbClr val="3DDC97"/>
          </a:solidFill>
          <a:ln/>
        </p:spPr>
      </p:sp>
      <p:sp>
        <p:nvSpPr>
          <p:cNvPr id="39" name="Shape 37"/>
          <p:cNvSpPr/>
          <p:nvPr/>
        </p:nvSpPr>
        <p:spPr>
          <a:xfrm>
            <a:off x="3423514" y="3669304"/>
            <a:ext cx="113386" cy="113386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40" name="Shape 38"/>
          <p:cNvSpPr/>
          <p:nvPr/>
        </p:nvSpPr>
        <p:spPr>
          <a:xfrm>
            <a:off x="3423514" y="3884737"/>
            <a:ext cx="113386" cy="113386"/>
          </a:xfrm>
          <a:prstGeom prst="roundRect">
            <a:avLst>
              <a:gd name="adj" fmla="val 25000"/>
            </a:avLst>
          </a:prstGeom>
          <a:solidFill>
            <a:srgbClr val="7CC8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706978" y="3266785"/>
            <a:ext cx="1105510" cy="623621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42" name="Shape 40"/>
          <p:cNvSpPr/>
          <p:nvPr/>
        </p:nvSpPr>
        <p:spPr>
          <a:xfrm>
            <a:off x="3706978" y="3266785"/>
            <a:ext cx="1105510" cy="96378"/>
          </a:xfrm>
          <a:prstGeom prst="rect">
            <a:avLst/>
          </a:prstGeom>
          <a:solidFill>
            <a:srgbClr val="3C3C4F"/>
          </a:solidFill>
          <a:ln/>
        </p:spPr>
      </p:sp>
      <p:sp>
        <p:nvSpPr>
          <p:cNvPr id="43" name="Shape 41"/>
          <p:cNvSpPr/>
          <p:nvPr/>
        </p:nvSpPr>
        <p:spPr>
          <a:xfrm>
            <a:off x="4642409" y="3295132"/>
            <a:ext cx="39685" cy="3968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4699102" y="3295132"/>
            <a:ext cx="39685" cy="39685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5794" y="3295132"/>
            <a:ext cx="39685" cy="39685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6" name="Shape 44"/>
          <p:cNvSpPr/>
          <p:nvPr/>
        </p:nvSpPr>
        <p:spPr>
          <a:xfrm>
            <a:off x="3763670" y="3436864"/>
            <a:ext cx="510235" cy="34016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7" name="Shape 45"/>
          <p:cNvSpPr/>
          <p:nvPr/>
        </p:nvSpPr>
        <p:spPr>
          <a:xfrm>
            <a:off x="3763670" y="3533242"/>
            <a:ext cx="793699" cy="3401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8" name="Shape 46"/>
          <p:cNvSpPr/>
          <p:nvPr/>
        </p:nvSpPr>
        <p:spPr>
          <a:xfrm>
            <a:off x="3763670" y="3629619"/>
            <a:ext cx="396850" cy="34016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9" name="Shape 47"/>
          <p:cNvSpPr/>
          <p:nvPr/>
        </p:nvSpPr>
        <p:spPr>
          <a:xfrm>
            <a:off x="3763670" y="3725997"/>
            <a:ext cx="623621" cy="3401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443984" y="3725997"/>
            <a:ext cx="56693" cy="34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52" name="Shape 50"/>
          <p:cNvSpPr/>
          <p:nvPr/>
        </p:nvSpPr>
        <p:spPr>
          <a:xfrm>
            <a:off x="5757062" y="3514954"/>
            <a:ext cx="555955" cy="468173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5852160" y="3602736"/>
            <a:ext cx="102413" cy="102413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4" name="Shape 52"/>
          <p:cNvSpPr/>
          <p:nvPr/>
        </p:nvSpPr>
        <p:spPr>
          <a:xfrm>
            <a:off x="5998464" y="3566160"/>
            <a:ext cx="102413" cy="10241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5" name="Shape 53"/>
          <p:cNvSpPr/>
          <p:nvPr/>
        </p:nvSpPr>
        <p:spPr>
          <a:xfrm>
            <a:off x="6137453" y="3639312"/>
            <a:ext cx="102413" cy="102413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6" name="Shape 54"/>
          <p:cNvSpPr/>
          <p:nvPr/>
        </p:nvSpPr>
        <p:spPr>
          <a:xfrm>
            <a:off x="5917997" y="3778301"/>
            <a:ext cx="102413" cy="102413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57" name="Shape 55"/>
          <p:cNvSpPr/>
          <p:nvPr/>
        </p:nvSpPr>
        <p:spPr>
          <a:xfrm>
            <a:off x="6122822" y="3822192"/>
            <a:ext cx="117043" cy="117043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58" name="Shape 56"/>
          <p:cNvSpPr/>
          <p:nvPr/>
        </p:nvSpPr>
        <p:spPr>
          <a:xfrm>
            <a:off x="653796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6596482" y="3602736"/>
            <a:ext cx="614477" cy="307238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60" name="Shape 58"/>
          <p:cNvSpPr/>
          <p:nvPr/>
        </p:nvSpPr>
        <p:spPr>
          <a:xfrm>
            <a:off x="6684264" y="3719779"/>
            <a:ext cx="160934" cy="58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735470" y="3668573"/>
            <a:ext cx="58522" cy="160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962242" y="3675888"/>
            <a:ext cx="87782" cy="8778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3" name="Shape 61"/>
          <p:cNvSpPr/>
          <p:nvPr/>
        </p:nvSpPr>
        <p:spPr>
          <a:xfrm>
            <a:off x="7071970" y="3719779"/>
            <a:ext cx="87782" cy="8778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4" name="Shape 62"/>
          <p:cNvSpPr/>
          <p:nvPr/>
        </p:nvSpPr>
        <p:spPr>
          <a:xfrm>
            <a:off x="740664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65" name="Shape 63"/>
          <p:cNvSpPr/>
          <p:nvPr/>
        </p:nvSpPr>
        <p:spPr>
          <a:xfrm>
            <a:off x="7552944" y="3807562"/>
            <a:ext cx="160934" cy="12435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66" name="Shape 64"/>
          <p:cNvSpPr/>
          <p:nvPr/>
        </p:nvSpPr>
        <p:spPr>
          <a:xfrm>
            <a:off x="7808976" y="3749040"/>
            <a:ext cx="160934" cy="12435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67" name="Shape 65"/>
          <p:cNvSpPr/>
          <p:nvPr/>
        </p:nvSpPr>
        <p:spPr>
          <a:xfrm>
            <a:off x="7684618" y="3529584"/>
            <a:ext cx="36576" cy="34381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68" name="Shape 66"/>
          <p:cNvSpPr/>
          <p:nvPr/>
        </p:nvSpPr>
        <p:spPr>
          <a:xfrm>
            <a:off x="7940650" y="3471062"/>
            <a:ext cx="36576" cy="32918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69" name="Shape 67"/>
          <p:cNvSpPr/>
          <p:nvPr/>
        </p:nvSpPr>
        <p:spPr>
          <a:xfrm>
            <a:off x="7684618" y="3471062"/>
            <a:ext cx="292608" cy="73152"/>
          </a:xfrm>
          <a:prstGeom prst="rect">
            <a:avLst/>
          </a:prstGeom>
          <a:solidFill>
            <a:srgbClr val="D6336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What is an operating system?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EF2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89888"/>
            <a:ext cx="3840480" cy="640080"/>
          </a:xfrm>
          <a:prstGeom prst="roundRect">
            <a:avLst>
              <a:gd name="adj" fmla="val 25714"/>
            </a:avLst>
          </a:prstGeom>
          <a:solidFill>
            <a:srgbClr val="FFD1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83080" y="13898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24712" y="1499616"/>
            <a:ext cx="201168" cy="201168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28216"/>
            <a:ext cx="438912" cy="274320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94560"/>
            <a:ext cx="3840480" cy="640080"/>
          </a:xfrm>
          <a:prstGeom prst="roundRect">
            <a:avLst>
              <a:gd name="adj" fmla="val 25714"/>
            </a:avLst>
          </a:prstGeom>
          <a:solidFill>
            <a:srgbClr val="7B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8308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30428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43584" y="230428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5420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3584" y="25420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999232"/>
            <a:ext cx="3840480" cy="640080"/>
          </a:xfrm>
          <a:prstGeom prst="roundRect">
            <a:avLst>
              <a:gd name="adj" fmla="val 25714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83080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5840" y="3108960"/>
            <a:ext cx="457200" cy="457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32461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803904"/>
            <a:ext cx="3840480" cy="640080"/>
          </a:xfrm>
          <a:prstGeom prst="roundRect">
            <a:avLst>
              <a:gd name="adj" fmla="val 25714"/>
            </a:avLst>
          </a:prstGeom>
          <a:solidFill>
            <a:srgbClr val="5C677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83080" y="38039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9848" y="39776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4712" y="3913632"/>
            <a:ext cx="36576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712" y="4306824"/>
            <a:ext cx="36576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34440" y="3913632"/>
            <a:ext cx="36576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4440" y="4306824"/>
            <a:ext cx="36576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44168" y="3913632"/>
            <a:ext cx="36576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344168" y="4306824"/>
            <a:ext cx="36576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= Operating System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boss of the computer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and parts talk through it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OS, no computer fun!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What does an OS do?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E3EEFF"/>
          </a:solidFill>
          <a:ln w="889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0744" y="1554480"/>
            <a:ext cx="73152" cy="502920"/>
          </a:xfrm>
          <a:prstGeom prst="rect">
            <a:avLst/>
          </a:prstGeom>
          <a:solidFill>
            <a:srgbClr val="E3EE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572768"/>
            <a:ext cx="9144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the computer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ECE7FF"/>
          </a:solidFill>
          <a:ln/>
        </p:spPr>
      </p:sp>
      <p:sp>
        <p:nvSpPr>
          <p:cNvPr id="9" name="Shape 7"/>
          <p:cNvSpPr/>
          <p:nvPr/>
        </p:nvSpPr>
        <p:spPr>
          <a:xfrm>
            <a:off x="3044952" y="153619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10" name="Shape 8"/>
          <p:cNvSpPr/>
          <p:nvPr/>
        </p:nvSpPr>
        <p:spPr>
          <a:xfrm>
            <a:off x="3097621" y="1615196"/>
            <a:ext cx="333573" cy="280904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667866"/>
            <a:ext cx="61448" cy="614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2462" y="1645920"/>
            <a:ext cx="61448" cy="614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Shape 11"/>
          <p:cNvSpPr/>
          <p:nvPr/>
        </p:nvSpPr>
        <p:spPr>
          <a:xfrm>
            <a:off x="3325856" y="1689811"/>
            <a:ext cx="61448" cy="614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Shape 12"/>
          <p:cNvSpPr/>
          <p:nvPr/>
        </p:nvSpPr>
        <p:spPr>
          <a:xfrm>
            <a:off x="3194182" y="1773204"/>
            <a:ext cx="61448" cy="614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317077" y="1799539"/>
            <a:ext cx="70226" cy="70226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557016" y="153619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2129" y="1667866"/>
            <a:ext cx="368686" cy="184343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18" name="Shape 16"/>
          <p:cNvSpPr/>
          <p:nvPr/>
        </p:nvSpPr>
        <p:spPr>
          <a:xfrm>
            <a:off x="3644798" y="1738092"/>
            <a:ext cx="96561" cy="35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75522" y="1707368"/>
            <a:ext cx="35113" cy="965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1585" y="1711757"/>
            <a:ext cx="52669" cy="52669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>
            <a:off x="3877422" y="1738092"/>
            <a:ext cx="52669" cy="52669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4952" y="204825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23" name="Shape 21"/>
          <p:cNvSpPr/>
          <p:nvPr/>
        </p:nvSpPr>
        <p:spPr>
          <a:xfrm>
            <a:off x="3132734" y="2302825"/>
            <a:ext cx="96561" cy="74615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86354" y="2267712"/>
            <a:ext cx="96561" cy="74615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5" name="Shape 23"/>
          <p:cNvSpPr/>
          <p:nvPr/>
        </p:nvSpPr>
        <p:spPr>
          <a:xfrm>
            <a:off x="3211739" y="2136038"/>
            <a:ext cx="21946" cy="206289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6" name="Shape 24"/>
          <p:cNvSpPr/>
          <p:nvPr/>
        </p:nvSpPr>
        <p:spPr>
          <a:xfrm>
            <a:off x="3365358" y="2100925"/>
            <a:ext cx="21946" cy="197510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7" name="Shape 25"/>
          <p:cNvSpPr/>
          <p:nvPr/>
        </p:nvSpPr>
        <p:spPr>
          <a:xfrm>
            <a:off x="3211739" y="2100925"/>
            <a:ext cx="175565" cy="43891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8" name="Shape 26"/>
          <p:cNvSpPr/>
          <p:nvPr/>
        </p:nvSpPr>
        <p:spPr>
          <a:xfrm>
            <a:off x="3557016" y="204825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3600907" y="2157984"/>
            <a:ext cx="351130" cy="219456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30" name="Shape 28"/>
          <p:cNvSpPr/>
          <p:nvPr/>
        </p:nvSpPr>
        <p:spPr>
          <a:xfrm rot="5400000">
            <a:off x="3741359" y="2215043"/>
            <a:ext cx="87782" cy="105339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5176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apps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66344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FFF1C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0" y="1645920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E0A8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4920" y="178308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FFD166"/>
          </a:solidFill>
          <a:ln/>
        </p:spPr>
      </p:sp>
      <p:sp>
        <p:nvSpPr>
          <p:cNvPr id="35" name="Shape 33"/>
          <p:cNvSpPr/>
          <p:nvPr/>
        </p:nvSpPr>
        <p:spPr>
          <a:xfrm>
            <a:off x="5074920" y="20116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FFC24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5488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files safe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76656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DDF6EA"/>
          </a:solidFill>
          <a:ln/>
        </p:spPr>
      </p:sp>
      <p:sp>
        <p:nvSpPr>
          <p:cNvPr id="38" name="Shape 36"/>
          <p:cNvSpPr/>
          <p:nvPr/>
        </p:nvSpPr>
        <p:spPr>
          <a:xfrm>
            <a:off x="7360920" y="1755648"/>
            <a:ext cx="0" cy="201168"/>
          </a:xfrm>
          <a:prstGeom prst="line">
            <a:avLst/>
          </a:prstGeom>
          <a:noFill/>
          <a:ln w="14288">
            <a:solidFill>
              <a:srgbClr val="5C67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96328" y="1938528"/>
            <a:ext cx="329184" cy="51206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03643" y="1945843"/>
            <a:ext cx="153619" cy="201168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7364578" y="1945843"/>
            <a:ext cx="153619" cy="201168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42" name="Shape 40"/>
          <p:cNvSpPr/>
          <p:nvPr/>
        </p:nvSpPr>
        <p:spPr>
          <a:xfrm>
            <a:off x="7335317" y="1982419"/>
            <a:ext cx="51206" cy="109728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43" name="Shape 41"/>
          <p:cNvSpPr/>
          <p:nvPr/>
        </p:nvSpPr>
        <p:spPr>
          <a:xfrm>
            <a:off x="7754112" y="1767078"/>
            <a:ext cx="493776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1959102"/>
            <a:ext cx="822960" cy="329184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45" name="Shape 43"/>
          <p:cNvSpPr/>
          <p:nvPr/>
        </p:nvSpPr>
        <p:spPr>
          <a:xfrm>
            <a:off x="7622438" y="1986534"/>
            <a:ext cx="757123" cy="96012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8234172" y="2013966"/>
            <a:ext cx="43891" cy="43891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7" name="Shape 45"/>
          <p:cNvSpPr/>
          <p:nvPr/>
        </p:nvSpPr>
        <p:spPr>
          <a:xfrm>
            <a:off x="8302752" y="2013966"/>
            <a:ext cx="43891" cy="4389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8" name="Shape 46"/>
          <p:cNvSpPr/>
          <p:nvPr/>
        </p:nvSpPr>
        <p:spPr>
          <a:xfrm>
            <a:off x="7671816" y="2178558"/>
            <a:ext cx="658368" cy="1920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9" name="Shape 47"/>
          <p:cNvSpPr/>
          <p:nvPr/>
        </p:nvSpPr>
        <p:spPr>
          <a:xfrm>
            <a:off x="7726680" y="2192274"/>
            <a:ext cx="5486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0728" y="2227936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1" name="Shape 49"/>
          <p:cNvSpPr/>
          <p:nvPr/>
        </p:nvSpPr>
        <p:spPr>
          <a:xfrm>
            <a:off x="7767828" y="2356866"/>
            <a:ext cx="466344" cy="54864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52" name="Shape 50"/>
          <p:cNvSpPr/>
          <p:nvPr/>
        </p:nvSpPr>
        <p:spPr>
          <a:xfrm>
            <a:off x="7781544" y="2233422"/>
            <a:ext cx="123444" cy="6858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5800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parts work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 is the helper that runs everything!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Windows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75842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2459736" y="3853282"/>
            <a:ext cx="475488" cy="35661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1984248" y="4186123"/>
            <a:ext cx="1426464" cy="190195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1057046" y="1618488"/>
            <a:ext cx="3280867" cy="2092147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713586"/>
            <a:ext cx="2377440" cy="1664208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9" name="Shape 7"/>
          <p:cNvSpPr/>
          <p:nvPr/>
        </p:nvSpPr>
        <p:spPr>
          <a:xfrm>
            <a:off x="2043684" y="1891894"/>
            <a:ext cx="1783080" cy="11292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043684" y="1891894"/>
            <a:ext cx="1783080" cy="237744"/>
          </a:xfrm>
          <a:prstGeom prst="rect">
            <a:avLst/>
          </a:prstGeom>
          <a:solidFill>
            <a:srgbClr val="CFE3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51276" y="1963217"/>
            <a:ext cx="95098" cy="9509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93922" y="1963217"/>
            <a:ext cx="95098" cy="9509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6569" y="1963217"/>
            <a:ext cx="95098" cy="9509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Shape 12"/>
          <p:cNvSpPr/>
          <p:nvPr/>
        </p:nvSpPr>
        <p:spPr>
          <a:xfrm>
            <a:off x="2162556" y="2307946"/>
            <a:ext cx="1426464" cy="83210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162556" y="2486254"/>
            <a:ext cx="1069848" cy="83210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62556" y="2664562"/>
            <a:ext cx="1248156" cy="83210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5918" y="1773022"/>
            <a:ext cx="166421" cy="71323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5918" y="1832458"/>
            <a:ext cx="404165" cy="28529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5918" y="2367382"/>
            <a:ext cx="166421" cy="71323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5918" y="2426818"/>
            <a:ext cx="404165" cy="28529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7046" y="3425342"/>
            <a:ext cx="3280867" cy="285293"/>
          </a:xfrm>
          <a:prstGeom prst="rect">
            <a:avLst/>
          </a:prstGeom>
          <a:solidFill>
            <a:srgbClr val="24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8370" y="3461004"/>
            <a:ext cx="213970" cy="21397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221992" y="3461004"/>
            <a:ext cx="213970" cy="213970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2578608" y="3461004"/>
            <a:ext cx="213970" cy="213970"/>
          </a:xfrm>
          <a:prstGeom prst="roundRect">
            <a:avLst>
              <a:gd name="adj" fmla="val 22222"/>
            </a:avLst>
          </a:prstGeom>
          <a:solidFill>
            <a:srgbClr val="3DDC97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3461004"/>
            <a:ext cx="213970" cy="213970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by Microsoft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Click, drag and open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homes and schools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people use it!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Linux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FE7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75842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2459736" y="3853282"/>
            <a:ext cx="475488" cy="35661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1984248" y="4186123"/>
            <a:ext cx="1426464" cy="190195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1057046" y="1618488"/>
            <a:ext cx="3280867" cy="2092147"/>
          </a:xfrm>
          <a:prstGeom prst="rect">
            <a:avLst/>
          </a:prstGeom>
          <a:solidFill>
            <a:srgbClr val="4B2A6B"/>
          </a:solidFill>
          <a:ln/>
        </p:spPr>
      </p:sp>
      <p:sp>
        <p:nvSpPr>
          <p:cNvPr id="8" name="Shape 6"/>
          <p:cNvSpPr/>
          <p:nvPr/>
        </p:nvSpPr>
        <p:spPr>
          <a:xfrm>
            <a:off x="1057046" y="1618488"/>
            <a:ext cx="3280867" cy="190195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677924"/>
            <a:ext cx="71323" cy="713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89020" y="1689811"/>
            <a:ext cx="594360" cy="47549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1" name="Shape 9"/>
          <p:cNvSpPr/>
          <p:nvPr/>
        </p:nvSpPr>
        <p:spPr>
          <a:xfrm>
            <a:off x="1057046" y="1808683"/>
            <a:ext cx="427939" cy="1901952"/>
          </a:xfrm>
          <a:prstGeom prst="rect">
            <a:avLst/>
          </a:prstGeom>
          <a:solidFill>
            <a:srgbClr val="2F1B4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95133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2403043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DDC97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144" y="2854757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" y="330647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7CC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746504" y="2010766"/>
            <a:ext cx="2318004" cy="1307592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746504" y="2010766"/>
            <a:ext cx="2318004" cy="202082"/>
          </a:xfrm>
          <a:prstGeom prst="rect">
            <a:avLst/>
          </a:prstGeom>
          <a:solidFill>
            <a:srgbClr val="3C3C4F"/>
          </a:solidFill>
          <a:ln/>
        </p:spPr>
      </p:sp>
      <p:sp>
        <p:nvSpPr>
          <p:cNvPr id="18" name="Shape 16"/>
          <p:cNvSpPr/>
          <p:nvPr/>
        </p:nvSpPr>
        <p:spPr>
          <a:xfrm>
            <a:off x="3707892" y="2070202"/>
            <a:ext cx="83210" cy="8321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3826764" y="2070202"/>
            <a:ext cx="83210" cy="8321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945636" y="2070202"/>
            <a:ext cx="83210" cy="8321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Shape 19"/>
          <p:cNvSpPr/>
          <p:nvPr/>
        </p:nvSpPr>
        <p:spPr>
          <a:xfrm>
            <a:off x="1865376" y="2367382"/>
            <a:ext cx="1069848" cy="71323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2" name="Shape 20"/>
          <p:cNvSpPr/>
          <p:nvPr/>
        </p:nvSpPr>
        <p:spPr>
          <a:xfrm>
            <a:off x="1865376" y="2569464"/>
            <a:ext cx="1664208" cy="71323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865376" y="2771546"/>
            <a:ext cx="832104" cy="71323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4" name="Shape 22"/>
          <p:cNvSpPr/>
          <p:nvPr/>
        </p:nvSpPr>
        <p:spPr>
          <a:xfrm>
            <a:off x="1865376" y="2973629"/>
            <a:ext cx="1307592" cy="71323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2973629"/>
            <a:ext cx="118872" cy="713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FE7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everyone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FE7FF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Comes in many versions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FE7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many helpers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people all over the world!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Same and different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3429000"/>
          </a:xfrm>
          <a:prstGeom prst="ellipse">
            <a:avLst/>
          </a:prstGeom>
          <a:solidFill>
            <a:srgbClr val="3A86FF">
              <a:alpha val="28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188720"/>
            <a:ext cx="5303520" cy="3429000"/>
          </a:xfrm>
          <a:prstGeom prst="ellipse">
            <a:avLst/>
          </a:prstGeom>
          <a:solidFill>
            <a:srgbClr val="7C3AED">
              <a:alpha val="28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2139696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054096"/>
            <a:ext cx="182880" cy="1371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3182112"/>
            <a:ext cx="548640" cy="7315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89304" y="2194560"/>
            <a:ext cx="1261872" cy="804672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2231136"/>
            <a:ext cx="914400" cy="640080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668780" y="2299716"/>
            <a:ext cx="685800" cy="4343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668780" y="2299716"/>
            <a:ext cx="685800" cy="91440"/>
          </a:xfrm>
          <a:prstGeom prst="rect">
            <a:avLst/>
          </a:prstGeom>
          <a:solidFill>
            <a:srgbClr val="CFE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171700" y="2327148"/>
            <a:ext cx="36576" cy="3657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26564" y="2327148"/>
            <a:ext cx="36576" cy="3657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2327148"/>
            <a:ext cx="36576" cy="3657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Shape 15"/>
          <p:cNvSpPr/>
          <p:nvPr/>
        </p:nvSpPr>
        <p:spPr>
          <a:xfrm>
            <a:off x="1714500" y="2459736"/>
            <a:ext cx="548640" cy="32004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2528316"/>
            <a:ext cx="411480" cy="32004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14500" y="2596896"/>
            <a:ext cx="480060" cy="32004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5024" y="2253996"/>
            <a:ext cx="64008" cy="27432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335024" y="2276856"/>
            <a:ext cx="15544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Shape 20"/>
          <p:cNvSpPr/>
          <p:nvPr/>
        </p:nvSpPr>
        <p:spPr>
          <a:xfrm>
            <a:off x="1335024" y="2482596"/>
            <a:ext cx="64008" cy="27432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35024" y="2505456"/>
            <a:ext cx="15544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9304" y="2889504"/>
            <a:ext cx="1261872" cy="109728"/>
          </a:xfrm>
          <a:prstGeom prst="rect">
            <a:avLst/>
          </a:prstGeom>
          <a:solidFill>
            <a:srgbClr val="24304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6736" y="2903220"/>
            <a:ext cx="82296" cy="82296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37360" y="29032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874520" y="29032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3DDC97"/>
          </a:solidFill>
          <a:ln/>
        </p:spPr>
      </p:sp>
      <p:sp>
        <p:nvSpPr>
          <p:cNvPr id="28" name="Shape 26"/>
          <p:cNvSpPr/>
          <p:nvPr/>
        </p:nvSpPr>
        <p:spPr>
          <a:xfrm>
            <a:off x="2011680" y="2903220"/>
            <a:ext cx="82296" cy="82296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2139696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0" y="3054096"/>
            <a:ext cx="182880" cy="1371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0" y="3182112"/>
            <a:ext cx="548640" cy="7315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6592824" y="2194560"/>
            <a:ext cx="1261872" cy="804672"/>
          </a:xfrm>
          <a:prstGeom prst="rect">
            <a:avLst/>
          </a:prstGeom>
          <a:solidFill>
            <a:srgbClr val="4B2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6592824" y="2194560"/>
            <a:ext cx="1261872" cy="73152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34" name="Shape 32"/>
          <p:cNvSpPr/>
          <p:nvPr/>
        </p:nvSpPr>
        <p:spPr>
          <a:xfrm>
            <a:off x="6629400" y="2217420"/>
            <a:ext cx="27432" cy="274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566660" y="2221992"/>
            <a:ext cx="228600" cy="18288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6" name="Shape 34"/>
          <p:cNvSpPr/>
          <p:nvPr/>
        </p:nvSpPr>
        <p:spPr>
          <a:xfrm>
            <a:off x="6592824" y="2267712"/>
            <a:ext cx="164592" cy="731520"/>
          </a:xfrm>
          <a:prstGeom prst="rect">
            <a:avLst/>
          </a:prstGeom>
          <a:solidFill>
            <a:srgbClr val="2F1B45"/>
          </a:solidFill>
          <a:ln/>
        </p:spPr>
      </p:sp>
      <p:sp>
        <p:nvSpPr>
          <p:cNvPr id="37" name="Shape 35"/>
          <p:cNvSpPr/>
          <p:nvPr/>
        </p:nvSpPr>
        <p:spPr>
          <a:xfrm>
            <a:off x="6629400" y="23225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</p:sp>
      <p:sp>
        <p:nvSpPr>
          <p:cNvPr id="38" name="Shape 36"/>
          <p:cNvSpPr/>
          <p:nvPr/>
        </p:nvSpPr>
        <p:spPr>
          <a:xfrm>
            <a:off x="6629400" y="2496312"/>
            <a:ext cx="91440" cy="91440"/>
          </a:xfrm>
          <a:prstGeom prst="roundRect">
            <a:avLst>
              <a:gd name="adj" fmla="val 25000"/>
            </a:avLst>
          </a:prstGeom>
          <a:solidFill>
            <a:srgbClr val="3DDC97"/>
          </a:solidFill>
          <a:ln/>
        </p:spPr>
      </p:sp>
      <p:sp>
        <p:nvSpPr>
          <p:cNvPr id="39" name="Shape 37"/>
          <p:cNvSpPr/>
          <p:nvPr/>
        </p:nvSpPr>
        <p:spPr>
          <a:xfrm>
            <a:off x="6629400" y="2670048"/>
            <a:ext cx="91440" cy="9144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40" name="Shape 38"/>
          <p:cNvSpPr/>
          <p:nvPr/>
        </p:nvSpPr>
        <p:spPr>
          <a:xfrm>
            <a:off x="6629400" y="28437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7CC8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2345436"/>
            <a:ext cx="891540" cy="5029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0" y="2345436"/>
            <a:ext cx="891540" cy="77724"/>
          </a:xfrm>
          <a:prstGeom prst="rect">
            <a:avLst/>
          </a:prstGeom>
          <a:solidFill>
            <a:srgbClr val="3C3C4F"/>
          </a:solidFill>
          <a:ln/>
        </p:spPr>
      </p:sp>
      <p:sp>
        <p:nvSpPr>
          <p:cNvPr id="43" name="Shape 41"/>
          <p:cNvSpPr/>
          <p:nvPr/>
        </p:nvSpPr>
        <p:spPr>
          <a:xfrm>
            <a:off x="7612380" y="2368296"/>
            <a:ext cx="32004" cy="320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7658100" y="2368296"/>
            <a:ext cx="32004" cy="320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5" name="Shape 43"/>
          <p:cNvSpPr/>
          <p:nvPr/>
        </p:nvSpPr>
        <p:spPr>
          <a:xfrm>
            <a:off x="7703820" y="2368296"/>
            <a:ext cx="32004" cy="320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3720" y="2482596"/>
            <a:ext cx="411480" cy="2743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7" name="Shape 45"/>
          <p:cNvSpPr/>
          <p:nvPr/>
        </p:nvSpPr>
        <p:spPr>
          <a:xfrm>
            <a:off x="6903720" y="2560320"/>
            <a:ext cx="640080" cy="2743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903720" y="2638044"/>
            <a:ext cx="320040" cy="2743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9" name="Shape 47"/>
          <p:cNvSpPr/>
          <p:nvPr/>
        </p:nvSpPr>
        <p:spPr>
          <a:xfrm>
            <a:off x="6903720" y="2715768"/>
            <a:ext cx="502920" cy="2743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50" name="Shape 48"/>
          <p:cNvSpPr/>
          <p:nvPr/>
        </p:nvSpPr>
        <p:spPr>
          <a:xfrm>
            <a:off x="7452360" y="2715768"/>
            <a:ext cx="457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008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Microsoft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paid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versions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384048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2000" dirty="0"/>
          </a:p>
        </p:txBody>
      </p:sp>
      <p:sp>
        <p:nvSpPr>
          <p:cNvPr id="56" name="Text 54"/>
          <p:cNvSpPr txBox="1"/>
          <p:nvPr/>
        </p:nvSpPr>
        <p:spPr>
          <a:xfrm>
            <a:off x="38404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apps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384048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files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384048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desktop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Which one am I?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10811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937260" y="1416406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1591056" y="2422246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2563063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997610" y="1476756"/>
            <a:ext cx="1388059" cy="885139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16990"/>
            <a:ext cx="1005840" cy="704088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9" name="Shape 7"/>
          <p:cNvSpPr/>
          <p:nvPr/>
        </p:nvSpPr>
        <p:spPr>
          <a:xfrm>
            <a:off x="1415034" y="1592428"/>
            <a:ext cx="754380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415034" y="1592428"/>
            <a:ext cx="754380" cy="100584"/>
          </a:xfrm>
          <a:prstGeom prst="rect">
            <a:avLst/>
          </a:prstGeom>
          <a:solidFill>
            <a:srgbClr val="CFE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968246" y="1622603"/>
            <a:ext cx="40234" cy="4023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8596" y="1622603"/>
            <a:ext cx="40234" cy="4023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88947" y="1622603"/>
            <a:ext cx="40234" cy="4023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5326" y="1768450"/>
            <a:ext cx="603504" cy="35204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5326" y="1843888"/>
            <a:ext cx="452628" cy="35204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5326" y="1919326"/>
            <a:ext cx="528066" cy="35204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902" y="1542136"/>
            <a:ext cx="70409" cy="30175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902" y="1567282"/>
            <a:ext cx="170993" cy="12070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902" y="1793596"/>
            <a:ext cx="70409" cy="30175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902" y="1818742"/>
            <a:ext cx="170993" cy="12070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>
            <a:off x="997610" y="2241194"/>
            <a:ext cx="1388059" cy="120701"/>
          </a:xfrm>
          <a:prstGeom prst="rect">
            <a:avLst/>
          </a:prstGeom>
          <a:solidFill>
            <a:srgbClr val="24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7786" y="2256282"/>
            <a:ext cx="90526" cy="90526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490472" y="2256282"/>
            <a:ext cx="90526" cy="90526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1348" y="2256282"/>
            <a:ext cx="90526" cy="90526"/>
          </a:xfrm>
          <a:prstGeom prst="roundRect">
            <a:avLst>
              <a:gd name="adj" fmla="val 22222"/>
            </a:avLst>
          </a:prstGeom>
          <a:solidFill>
            <a:srgbClr val="3DDC97"/>
          </a:solidFill>
          <a:ln/>
        </p:spPr>
      </p:sp>
      <p:sp>
        <p:nvSpPr>
          <p:cNvPr id="25" name="Shape 23"/>
          <p:cNvSpPr/>
          <p:nvPr/>
        </p:nvSpPr>
        <p:spPr>
          <a:xfrm>
            <a:off x="1792224" y="2256282"/>
            <a:ext cx="90526" cy="90526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651760" y="118872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10811"/>
            </a:avLst>
          </a:prstGeom>
          <a:solidFill>
            <a:srgbClr val="EFE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1416406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29" name="Shape 27"/>
          <p:cNvSpPr/>
          <p:nvPr/>
        </p:nvSpPr>
        <p:spPr>
          <a:xfrm>
            <a:off x="5797296" y="2422246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5596128" y="2563063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5203850" y="1476756"/>
            <a:ext cx="1388059" cy="885139"/>
          </a:xfrm>
          <a:prstGeom prst="rect">
            <a:avLst/>
          </a:prstGeom>
          <a:solidFill>
            <a:srgbClr val="4B2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5203850" y="1476756"/>
            <a:ext cx="1388059" cy="80467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33" name="Shape 31"/>
          <p:cNvSpPr/>
          <p:nvPr/>
        </p:nvSpPr>
        <p:spPr>
          <a:xfrm>
            <a:off x="5244084" y="1501902"/>
            <a:ext cx="30175" cy="301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275070" y="1506931"/>
            <a:ext cx="251460" cy="20117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5" name="Shape 33"/>
          <p:cNvSpPr/>
          <p:nvPr/>
        </p:nvSpPr>
        <p:spPr>
          <a:xfrm>
            <a:off x="5203850" y="1557223"/>
            <a:ext cx="181051" cy="804672"/>
          </a:xfrm>
          <a:prstGeom prst="rect">
            <a:avLst/>
          </a:prstGeom>
          <a:solidFill>
            <a:srgbClr val="2F1B45"/>
          </a:solidFill>
          <a:ln/>
        </p:spPr>
      </p:sp>
      <p:sp>
        <p:nvSpPr>
          <p:cNvPr id="36" name="Shape 34"/>
          <p:cNvSpPr/>
          <p:nvPr/>
        </p:nvSpPr>
        <p:spPr>
          <a:xfrm>
            <a:off x="5244084" y="1617574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</p:sp>
      <p:sp>
        <p:nvSpPr>
          <p:cNvPr id="37" name="Shape 35"/>
          <p:cNvSpPr/>
          <p:nvPr/>
        </p:nvSpPr>
        <p:spPr>
          <a:xfrm>
            <a:off x="5244084" y="1808683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3DDC97"/>
          </a:solidFill>
          <a:ln/>
        </p:spPr>
      </p:sp>
      <p:sp>
        <p:nvSpPr>
          <p:cNvPr id="38" name="Shape 36"/>
          <p:cNvSpPr/>
          <p:nvPr/>
        </p:nvSpPr>
        <p:spPr>
          <a:xfrm>
            <a:off x="5244084" y="1999793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39" name="Shape 37"/>
          <p:cNvSpPr/>
          <p:nvPr/>
        </p:nvSpPr>
        <p:spPr>
          <a:xfrm>
            <a:off x="5244084" y="2190902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7CC8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495544" y="1642720"/>
            <a:ext cx="980694" cy="553212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41" name="Shape 39"/>
          <p:cNvSpPr/>
          <p:nvPr/>
        </p:nvSpPr>
        <p:spPr>
          <a:xfrm>
            <a:off x="5495544" y="1642720"/>
            <a:ext cx="980694" cy="85496"/>
          </a:xfrm>
          <a:prstGeom prst="rect">
            <a:avLst/>
          </a:prstGeom>
          <a:solidFill>
            <a:srgbClr val="3C3C4F"/>
          </a:solidFill>
          <a:ln/>
        </p:spPr>
      </p:sp>
      <p:sp>
        <p:nvSpPr>
          <p:cNvPr id="42" name="Shape 40"/>
          <p:cNvSpPr/>
          <p:nvPr/>
        </p:nvSpPr>
        <p:spPr>
          <a:xfrm>
            <a:off x="6325362" y="1667866"/>
            <a:ext cx="35204" cy="352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6375654" y="1667866"/>
            <a:ext cx="35204" cy="352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5946" y="1667866"/>
            <a:ext cx="35204" cy="352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5" name="Shape 43"/>
          <p:cNvSpPr/>
          <p:nvPr/>
        </p:nvSpPr>
        <p:spPr>
          <a:xfrm>
            <a:off x="5545836" y="1793596"/>
            <a:ext cx="452628" cy="30175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6" name="Shape 44"/>
          <p:cNvSpPr/>
          <p:nvPr/>
        </p:nvSpPr>
        <p:spPr>
          <a:xfrm>
            <a:off x="5545836" y="1879092"/>
            <a:ext cx="704088" cy="30175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545836" y="1964588"/>
            <a:ext cx="352044" cy="30175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8" name="Shape 46"/>
          <p:cNvSpPr/>
          <p:nvPr/>
        </p:nvSpPr>
        <p:spPr>
          <a:xfrm>
            <a:off x="5545836" y="2050085"/>
            <a:ext cx="553212" cy="30175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149340" y="2050085"/>
            <a:ext cx="50292" cy="30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858000" y="118872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2600" dirty="0"/>
          </a:p>
        </p:txBody>
      </p:sp>
      <p:sp>
        <p:nvSpPr>
          <p:cNvPr id="51" name="Shape 49"/>
          <p:cNvSpPr/>
          <p:nvPr/>
        </p:nvSpPr>
        <p:spPr>
          <a:xfrm>
            <a:off x="457200" y="3108960"/>
            <a:ext cx="1920240" cy="1508760"/>
          </a:xfrm>
          <a:prstGeom prst="roundRect">
            <a:avLst>
              <a:gd name="adj" fmla="val 10909"/>
            </a:avLst>
          </a:prstGeom>
          <a:solidFill>
            <a:srgbClr val="FFF4D1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free to use.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560320" y="3108960"/>
            <a:ext cx="1920240" cy="1508760"/>
          </a:xfrm>
          <a:prstGeom prst="roundRect">
            <a:avLst>
              <a:gd name="adj" fmla="val 10909"/>
            </a:avLst>
          </a:prstGeom>
          <a:solidFill>
            <a:srgbClr val="FFF4D1"/>
          </a:solidFill>
          <a:ln/>
        </p:spPr>
      </p:sp>
      <p:sp>
        <p:nvSpPr>
          <p:cNvPr id="55" name="Text 53"/>
          <p:cNvSpPr/>
          <p:nvPr/>
        </p:nvSpPr>
        <p:spPr>
          <a:xfrm>
            <a:off x="2651760" y="32004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269748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made by Microsoft.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663440" y="3108960"/>
            <a:ext cx="1920240" cy="1508760"/>
          </a:xfrm>
          <a:prstGeom prst="roundRect">
            <a:avLst>
              <a:gd name="adj" fmla="val 10909"/>
            </a:avLst>
          </a:prstGeom>
          <a:solidFill>
            <a:srgbClr val="FFF4D1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32004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480060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many versions.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766560" y="3108960"/>
            <a:ext cx="1920240" cy="1508760"/>
          </a:xfrm>
          <a:prstGeom prst="roundRect">
            <a:avLst>
              <a:gd name="adj" fmla="val 10909"/>
            </a:avLst>
          </a:prstGeom>
          <a:solidFill>
            <a:srgbClr val="FFF4D1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0" y="32004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690372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home computers use me.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Great job!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Windows and Linux are operating systems.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2853294"/>
            <a:ext cx="1865376" cy="1243584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2253082" y="4096878"/>
            <a:ext cx="248717" cy="18653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2004365" y="4270980"/>
            <a:ext cx="746150" cy="9948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8" name="Shape 6"/>
          <p:cNvSpPr/>
          <p:nvPr/>
        </p:nvSpPr>
        <p:spPr>
          <a:xfrm>
            <a:off x="1519367" y="2927909"/>
            <a:ext cx="1716146" cy="1094354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9" name="Shape 7"/>
          <p:cNvSpPr/>
          <p:nvPr/>
        </p:nvSpPr>
        <p:spPr>
          <a:xfrm>
            <a:off x="1755648" y="2977652"/>
            <a:ext cx="1243584" cy="870509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10" name="Shape 8"/>
          <p:cNvSpPr/>
          <p:nvPr/>
        </p:nvSpPr>
        <p:spPr>
          <a:xfrm>
            <a:off x="2035454" y="3070921"/>
            <a:ext cx="932688" cy="5907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035454" y="3070921"/>
            <a:ext cx="932688" cy="124358"/>
          </a:xfrm>
          <a:prstGeom prst="rect">
            <a:avLst/>
          </a:prstGeom>
          <a:solidFill>
            <a:srgbClr val="CFE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19426" y="3108228"/>
            <a:ext cx="49743" cy="49743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2794041" y="3108228"/>
            <a:ext cx="49743" cy="4974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8656" y="3108228"/>
            <a:ext cx="49743" cy="49743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Shape 13"/>
          <p:cNvSpPr/>
          <p:nvPr/>
        </p:nvSpPr>
        <p:spPr>
          <a:xfrm>
            <a:off x="2097634" y="3288548"/>
            <a:ext cx="746150" cy="4352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97634" y="3381817"/>
            <a:ext cx="559613" cy="4352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097634" y="3475086"/>
            <a:ext cx="652882" cy="4352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1546" y="3008742"/>
            <a:ext cx="87051" cy="3730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1546" y="3039831"/>
            <a:ext cx="211409" cy="14923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Shape 18"/>
          <p:cNvSpPr/>
          <p:nvPr/>
        </p:nvSpPr>
        <p:spPr>
          <a:xfrm>
            <a:off x="1581546" y="3319638"/>
            <a:ext cx="87051" cy="3730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1546" y="3350727"/>
            <a:ext cx="211409" cy="14923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Shape 20"/>
          <p:cNvSpPr/>
          <p:nvPr/>
        </p:nvSpPr>
        <p:spPr>
          <a:xfrm>
            <a:off x="1519367" y="3873033"/>
            <a:ext cx="1716146" cy="149230"/>
          </a:xfrm>
          <a:prstGeom prst="rect">
            <a:avLst/>
          </a:prstGeom>
          <a:solidFill>
            <a:srgbClr val="24304F"/>
          </a:solidFill>
          <a:ln/>
        </p:spPr>
      </p:sp>
      <p:sp>
        <p:nvSpPr>
          <p:cNvPr id="23" name="Shape 21"/>
          <p:cNvSpPr/>
          <p:nvPr/>
        </p:nvSpPr>
        <p:spPr>
          <a:xfrm>
            <a:off x="1556675" y="3891686"/>
            <a:ext cx="111923" cy="111923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128723" y="3891686"/>
            <a:ext cx="111923" cy="111923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25" name="Shape 23"/>
          <p:cNvSpPr/>
          <p:nvPr/>
        </p:nvSpPr>
        <p:spPr>
          <a:xfrm>
            <a:off x="2315261" y="3891686"/>
            <a:ext cx="111923" cy="111923"/>
          </a:xfrm>
          <a:prstGeom prst="roundRect">
            <a:avLst>
              <a:gd name="adj" fmla="val 22222"/>
            </a:avLst>
          </a:prstGeom>
          <a:solidFill>
            <a:srgbClr val="3DDC97"/>
          </a:solidFill>
          <a:ln/>
        </p:spPr>
      </p:sp>
      <p:sp>
        <p:nvSpPr>
          <p:cNvPr id="26" name="Shape 24"/>
          <p:cNvSpPr/>
          <p:nvPr/>
        </p:nvSpPr>
        <p:spPr>
          <a:xfrm>
            <a:off x="2501798" y="3891686"/>
            <a:ext cx="111923" cy="111923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27" name="Shape 25"/>
          <p:cNvSpPr/>
          <p:nvPr/>
        </p:nvSpPr>
        <p:spPr>
          <a:xfrm>
            <a:off x="4919472" y="2853294"/>
            <a:ext cx="1865376" cy="1243584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28" name="Shape 26"/>
          <p:cNvSpPr/>
          <p:nvPr/>
        </p:nvSpPr>
        <p:spPr>
          <a:xfrm>
            <a:off x="5727802" y="4096878"/>
            <a:ext cx="248717" cy="18653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79085" y="4270980"/>
            <a:ext cx="746150" cy="9948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4994087" y="2927909"/>
            <a:ext cx="1716146" cy="1094354"/>
          </a:xfrm>
          <a:prstGeom prst="rect">
            <a:avLst/>
          </a:prstGeom>
          <a:solidFill>
            <a:srgbClr val="4B2A6B"/>
          </a:solidFill>
          <a:ln/>
        </p:spPr>
      </p:sp>
      <p:sp>
        <p:nvSpPr>
          <p:cNvPr id="31" name="Shape 29"/>
          <p:cNvSpPr/>
          <p:nvPr/>
        </p:nvSpPr>
        <p:spPr>
          <a:xfrm>
            <a:off x="4994087" y="2927909"/>
            <a:ext cx="1716146" cy="99487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32" name="Shape 30"/>
          <p:cNvSpPr/>
          <p:nvPr/>
        </p:nvSpPr>
        <p:spPr>
          <a:xfrm>
            <a:off x="5043830" y="2958998"/>
            <a:ext cx="37308" cy="373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18504" y="2965216"/>
            <a:ext cx="310896" cy="2487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4" name="Shape 32"/>
          <p:cNvSpPr/>
          <p:nvPr/>
        </p:nvSpPr>
        <p:spPr>
          <a:xfrm>
            <a:off x="4994087" y="3027396"/>
            <a:ext cx="223845" cy="994867"/>
          </a:xfrm>
          <a:prstGeom prst="rect">
            <a:avLst/>
          </a:prstGeom>
          <a:solidFill>
            <a:srgbClr val="2F1B45"/>
          </a:solidFill>
          <a:ln/>
        </p:spPr>
      </p:sp>
      <p:sp>
        <p:nvSpPr>
          <p:cNvPr id="35" name="Shape 33"/>
          <p:cNvSpPr/>
          <p:nvPr/>
        </p:nvSpPr>
        <p:spPr>
          <a:xfrm>
            <a:off x="5043830" y="3102011"/>
            <a:ext cx="124358" cy="124358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</p:sp>
      <p:sp>
        <p:nvSpPr>
          <p:cNvPr id="36" name="Shape 34"/>
          <p:cNvSpPr/>
          <p:nvPr/>
        </p:nvSpPr>
        <p:spPr>
          <a:xfrm>
            <a:off x="5043830" y="3338292"/>
            <a:ext cx="124358" cy="124358"/>
          </a:xfrm>
          <a:prstGeom prst="roundRect">
            <a:avLst>
              <a:gd name="adj" fmla="val 25000"/>
            </a:avLst>
          </a:prstGeom>
          <a:solidFill>
            <a:srgbClr val="3DDC97"/>
          </a:solidFill>
          <a:ln/>
        </p:spPr>
      </p:sp>
      <p:sp>
        <p:nvSpPr>
          <p:cNvPr id="37" name="Shape 35"/>
          <p:cNvSpPr/>
          <p:nvPr/>
        </p:nvSpPr>
        <p:spPr>
          <a:xfrm>
            <a:off x="5043830" y="3574572"/>
            <a:ext cx="124358" cy="124358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38" name="Shape 36"/>
          <p:cNvSpPr/>
          <p:nvPr/>
        </p:nvSpPr>
        <p:spPr>
          <a:xfrm>
            <a:off x="5043830" y="3810853"/>
            <a:ext cx="124358" cy="124358"/>
          </a:xfrm>
          <a:prstGeom prst="roundRect">
            <a:avLst>
              <a:gd name="adj" fmla="val 25000"/>
            </a:avLst>
          </a:prstGeom>
          <a:solidFill>
            <a:srgbClr val="7CC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354726" y="3133100"/>
            <a:ext cx="1212494" cy="683971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40" name="Shape 38"/>
          <p:cNvSpPr/>
          <p:nvPr/>
        </p:nvSpPr>
        <p:spPr>
          <a:xfrm>
            <a:off x="5354726" y="3133100"/>
            <a:ext cx="1212494" cy="105705"/>
          </a:xfrm>
          <a:prstGeom prst="rect">
            <a:avLst/>
          </a:prstGeom>
          <a:solidFill>
            <a:srgbClr val="3C3C4F"/>
          </a:solidFill>
          <a:ln/>
        </p:spPr>
      </p:sp>
      <p:sp>
        <p:nvSpPr>
          <p:cNvPr id="41" name="Shape 39"/>
          <p:cNvSpPr/>
          <p:nvPr/>
        </p:nvSpPr>
        <p:spPr>
          <a:xfrm>
            <a:off x="6380683" y="3164190"/>
            <a:ext cx="43525" cy="4352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2862" y="3164190"/>
            <a:ext cx="43525" cy="43525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3" name="Shape 41"/>
          <p:cNvSpPr/>
          <p:nvPr/>
        </p:nvSpPr>
        <p:spPr>
          <a:xfrm>
            <a:off x="6505042" y="3164190"/>
            <a:ext cx="43525" cy="43525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4" name="Shape 42"/>
          <p:cNvSpPr/>
          <p:nvPr/>
        </p:nvSpPr>
        <p:spPr>
          <a:xfrm>
            <a:off x="5416906" y="3319638"/>
            <a:ext cx="559613" cy="37308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16906" y="3425342"/>
            <a:ext cx="870509" cy="37308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416906" y="3531047"/>
            <a:ext cx="435254" cy="37308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7" name="Shape 45"/>
          <p:cNvSpPr/>
          <p:nvPr/>
        </p:nvSpPr>
        <p:spPr>
          <a:xfrm>
            <a:off x="5416906" y="3636752"/>
            <a:ext cx="683971" cy="37308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163056" y="3636752"/>
            <a:ext cx="62179" cy="373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23444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470916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ing Systems">
  <a:themeElements>
    <a:clrScheme name="Operating Systems">
      <a:dk1>
        <a:srgbClr val="1B2A6B"/>
      </a:dk1>
      <a:lt1>
        <a:srgbClr val="FFFFFF"/>
      </a:lt1>
      <a:dk2>
        <a:srgbClr val="2B2D42"/>
      </a:dk2>
      <a:lt2>
        <a:srgbClr val="F4F8FF"/>
      </a:lt2>
      <a:accent1>
        <a:srgbClr val="3A86FF"/>
      </a:accent1>
      <a:accent2>
        <a:srgbClr val="1FAA6B"/>
      </a:accent2>
      <a:accent3>
        <a:srgbClr val="7B5CFF"/>
      </a:accent3>
      <a:accent4>
        <a:srgbClr val="E85D04"/>
      </a:accent4>
      <a:accent5>
        <a:srgbClr val="FFD166"/>
      </a:accent5>
      <a:accent6>
        <a:srgbClr val="D6336C"/>
      </a:accent6>
      <a:hlink>
        <a:srgbClr val="3A86FF"/>
      </a:hlink>
      <a:folHlink>
        <a:srgbClr val="7B5CFF"/>
      </a:folHlink>
    </a:clrScheme>
    <a:fontScheme name="Operating System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subject>PptxGenJS Presentation</dc:subject>
  <dc:creator>PptxGenJS</dc:creator>
  <cp:lastModifiedBy>PptxGenJS</cp:lastModifiedBy>
  <cp:revision>1</cp:revision>
  <dcterms:created xsi:type="dcterms:W3CDTF">2026-10-27T18:27:00Z</dcterms:created>
  <dcterms:modified xsi:type="dcterms:W3CDTF">2026-10-27T18:27:00Z</dcterms:modified>
</cp:coreProperties>
</file>