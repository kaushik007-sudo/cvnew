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Internet" id="{a47f22aa-ca09-614d-c98c-d7d768f4a39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do you do on a phone, tablet or computer that needs the Internet? Today we find out how the Internet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Internet is a huge network. Every phone, tablet and computer that joins it can share messages, pictures and videos with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arrows: your device sends a message to the router, then it travels across the Internet to a website's computer (a server). The answer comes back the same way, in a blink.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new things, search for answers, play games, watch videos and chat with family. Ask children what they do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browser is a program that shows websites. The address bar at the top is where we type a website's address. Links take us to other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search engine helps us find pages. We type a few words, press Enter, then choose a result. Ask a grown-up to help pick a safe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each rule. Stress: never share your name, school, address or password online without a grown-up's help, and tell a grown-up if something feels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= C (lock), 2 = B (the Internet globe), 3 = D (search), 4 = A (browser).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say one thing we can do on the Internet and one safety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D16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B2A6B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The Internet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Connecting the whole world!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141732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005840"/>
            <a:ext cx="228600" cy="22860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383280"/>
            <a:ext cx="1097280" cy="740664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3438144"/>
            <a:ext cx="987552" cy="63093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9" name="Shape 7"/>
          <p:cNvSpPr/>
          <p:nvPr/>
        </p:nvSpPr>
        <p:spPr>
          <a:xfrm>
            <a:off x="1732239" y="3513856"/>
            <a:ext cx="189281" cy="18928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1159459" y="3627425"/>
            <a:ext cx="276515" cy="1261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3930274"/>
            <a:ext cx="987552" cy="13880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133088"/>
            <a:ext cx="1554480" cy="118872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4133088"/>
            <a:ext cx="365760" cy="41148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34290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2674620" y="3497580"/>
            <a:ext cx="1051560" cy="68580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9681" y="3579876"/>
            <a:ext cx="205740" cy="2057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9776" y="3703320"/>
            <a:ext cx="294437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674620" y="4032504"/>
            <a:ext cx="1051560" cy="15087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1960" y="2926080"/>
            <a:ext cx="1554480" cy="1554480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5132" y="3236976"/>
            <a:ext cx="544068" cy="42748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Shape 19"/>
          <p:cNvSpPr/>
          <p:nvPr/>
        </p:nvSpPr>
        <p:spPr>
          <a:xfrm>
            <a:off x="4873752" y="3120390"/>
            <a:ext cx="427482" cy="3108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6924" y="3625596"/>
            <a:ext cx="505206" cy="5440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3" name="Shape 21"/>
          <p:cNvSpPr/>
          <p:nvPr/>
        </p:nvSpPr>
        <p:spPr>
          <a:xfrm>
            <a:off x="4601718" y="3858768"/>
            <a:ext cx="310896" cy="3886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62856" y="3081528"/>
            <a:ext cx="388620" cy="194310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95644" y="3236976"/>
            <a:ext cx="576072" cy="1024128"/>
          </a:xfrm>
          <a:prstGeom prst="roundRect">
            <a:avLst>
              <a:gd name="adj" fmla="val 15556"/>
            </a:avLst>
          </a:prstGeom>
          <a:solidFill>
            <a:srgbClr val="2B2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0450" y="3332988"/>
            <a:ext cx="486461" cy="73609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1243" y="3421319"/>
            <a:ext cx="220828" cy="2208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Shape 26"/>
          <p:cNvSpPr/>
          <p:nvPr/>
        </p:nvSpPr>
        <p:spPr>
          <a:xfrm>
            <a:off x="6389096" y="3553816"/>
            <a:ext cx="136209" cy="1472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0450" y="3907140"/>
            <a:ext cx="486461" cy="16194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8874" y="4120286"/>
            <a:ext cx="89611" cy="89611"/>
          </a:xfrm>
          <a:prstGeom prst="ellipse">
            <a:avLst/>
          </a:prstGeom>
          <a:solidFill>
            <a:srgbClr val="5C677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What is the Internet?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2103120"/>
            <a:ext cx="1371600" cy="822960"/>
          </a:xfrm>
          <a:prstGeom prst="line">
            <a:avLst/>
          </a:prstGeom>
          <a:noFill/>
          <a:ln w="38100">
            <a:solidFill>
              <a:srgbClr val="8D99A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2697480" y="2103120"/>
            <a:ext cx="1371600" cy="822960"/>
          </a:xfrm>
          <a:prstGeom prst="line">
            <a:avLst/>
          </a:prstGeom>
          <a:noFill/>
          <a:ln w="38100">
            <a:solidFill>
              <a:srgbClr val="8D99A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1325880" y="2926080"/>
            <a:ext cx="1371600" cy="960120"/>
          </a:xfrm>
          <a:prstGeom prst="line">
            <a:avLst/>
          </a:prstGeom>
          <a:noFill/>
          <a:ln w="38100">
            <a:solidFill>
              <a:srgbClr val="8D99A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697480" y="2926080"/>
            <a:ext cx="1371600" cy="960120"/>
          </a:xfrm>
          <a:prstGeom prst="line">
            <a:avLst/>
          </a:prstGeom>
          <a:noFill/>
          <a:ln w="38100">
            <a:solidFill>
              <a:srgbClr val="8D99A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057400" y="2286000"/>
            <a:ext cx="1280160" cy="1280160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2542032"/>
            <a:ext cx="448056" cy="35204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Shape 8"/>
          <p:cNvSpPr/>
          <p:nvPr/>
        </p:nvSpPr>
        <p:spPr>
          <a:xfrm>
            <a:off x="2569464" y="2446020"/>
            <a:ext cx="352044" cy="25603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Shape 9"/>
          <p:cNvSpPr/>
          <p:nvPr/>
        </p:nvSpPr>
        <p:spPr>
          <a:xfrm>
            <a:off x="2761488" y="2862072"/>
            <a:ext cx="416052" cy="44805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5436" y="3054096"/>
            <a:ext cx="256032" cy="3200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3432" y="2414016"/>
            <a:ext cx="320040" cy="160020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" y="1773936"/>
            <a:ext cx="950976" cy="658368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1828800"/>
            <a:ext cx="841248" cy="54864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477305" y="1894637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989381" y="1993392"/>
            <a:ext cx="235549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" y="2256739"/>
            <a:ext cx="841248" cy="120701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74059" y="1773936"/>
            <a:ext cx="790042" cy="533278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3713561" y="1813438"/>
            <a:ext cx="711037" cy="454274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197067" y="1867951"/>
            <a:ext cx="136282" cy="13628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2" name="Shape 20"/>
          <p:cNvSpPr/>
          <p:nvPr/>
        </p:nvSpPr>
        <p:spPr>
          <a:xfrm>
            <a:off x="3784665" y="1949720"/>
            <a:ext cx="199090" cy="908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713561" y="2167772"/>
            <a:ext cx="711037" cy="9994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09467" y="2313798"/>
            <a:ext cx="1119226" cy="85588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7406" y="2313798"/>
            <a:ext cx="263347" cy="29627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0140" y="3520440"/>
            <a:ext cx="411480" cy="731520"/>
          </a:xfrm>
          <a:prstGeom prst="roundRect">
            <a:avLst>
              <a:gd name="adj" fmla="val 15556"/>
            </a:avLst>
          </a:prstGeom>
          <a:solidFill>
            <a:srgbClr val="2B2D42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2144" y="3589020"/>
            <a:ext cx="347472" cy="52578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388425" y="3652114"/>
            <a:ext cx="157734" cy="15773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6891" y="3746754"/>
            <a:ext cx="97292" cy="1051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2144" y="3999128"/>
            <a:ext cx="347472" cy="115672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31" name="Shape 29"/>
          <p:cNvSpPr/>
          <p:nvPr/>
        </p:nvSpPr>
        <p:spPr>
          <a:xfrm>
            <a:off x="1293876" y="4151376"/>
            <a:ext cx="64008" cy="64008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32" name="Shape 30"/>
          <p:cNvSpPr/>
          <p:nvPr/>
        </p:nvSpPr>
        <p:spPr>
          <a:xfrm>
            <a:off x="3664915" y="3606394"/>
            <a:ext cx="808330" cy="559613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33" name="Shape 31"/>
          <p:cNvSpPr/>
          <p:nvPr/>
        </p:nvSpPr>
        <p:spPr>
          <a:xfrm>
            <a:off x="3711550" y="3653028"/>
            <a:ext cx="715061" cy="466344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197791" y="3708989"/>
            <a:ext cx="139903" cy="13990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5" name="Shape 33"/>
          <p:cNvSpPr/>
          <p:nvPr/>
        </p:nvSpPr>
        <p:spPr>
          <a:xfrm>
            <a:off x="3783056" y="3792931"/>
            <a:ext cx="200217" cy="9326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711550" y="4016776"/>
            <a:ext cx="715061" cy="10259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37" name="Shape 35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 talking together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41" name="Text 39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around the world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devices linked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giant spider web!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How does it reach us?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42900" y="1234440"/>
            <a:ext cx="1783080" cy="2194560"/>
          </a:xfrm>
          <a:prstGeom prst="roundRect">
            <a:avLst>
              <a:gd name="adj" fmla="val 10256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" y="1691640"/>
            <a:ext cx="987552" cy="666598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790042" y="1741018"/>
            <a:ext cx="888797" cy="56784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94423" y="1809159"/>
            <a:ext cx="170353" cy="17035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>
            <a:off x="878921" y="1911370"/>
            <a:ext cx="248863" cy="1135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90042" y="2183935"/>
            <a:ext cx="888797" cy="124925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9" name="Shape 7"/>
          <p:cNvSpPr/>
          <p:nvPr/>
        </p:nvSpPr>
        <p:spPr>
          <a:xfrm>
            <a:off x="534924" y="2366467"/>
            <a:ext cx="1399032" cy="106985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2366467"/>
            <a:ext cx="329184" cy="37033"/>
          </a:xfrm>
          <a:prstGeom prst="roundRect">
            <a:avLst>
              <a:gd name="adj" fmla="val 44445"/>
            </a:avLst>
          </a:prstGeom>
          <a:solidFill>
            <a:srgbClr val="8D99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device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2148840"/>
            <a:ext cx="320040" cy="365760"/>
          </a:xfrm>
          <a:prstGeom prst="rightArrow">
            <a:avLst/>
          </a:prstGeom>
          <a:solidFill>
            <a:srgbClr val="FFD16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91740" y="1234440"/>
            <a:ext cx="1783080" cy="2194560"/>
          </a:xfrm>
          <a:prstGeom prst="roundRect">
            <a:avLst>
              <a:gd name="adj" fmla="val 10256"/>
            </a:avLst>
          </a:prstGeom>
          <a:solidFill>
            <a:srgbClr val="DDF6EA"/>
          </a:solidFill>
          <a:ln/>
        </p:spPr>
      </p:sp>
      <p:sp>
        <p:nvSpPr>
          <p:cNvPr id="14" name="Shape 12"/>
          <p:cNvSpPr/>
          <p:nvPr/>
        </p:nvSpPr>
        <p:spPr>
          <a:xfrm>
            <a:off x="2992374" y="1668780"/>
            <a:ext cx="60808" cy="564642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5" name="Shape 13"/>
          <p:cNvSpPr/>
          <p:nvPr/>
        </p:nvSpPr>
        <p:spPr>
          <a:xfrm>
            <a:off x="3713378" y="1668780"/>
            <a:ext cx="60808" cy="564642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6" name="Shape 14"/>
          <p:cNvSpPr/>
          <p:nvPr/>
        </p:nvSpPr>
        <p:spPr>
          <a:xfrm>
            <a:off x="2957627" y="1616659"/>
            <a:ext cx="130302" cy="13030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78631" y="1616659"/>
            <a:ext cx="130302" cy="13030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8638" y="2189988"/>
            <a:ext cx="1129284" cy="364846"/>
          </a:xfrm>
          <a:prstGeom prst="roundRect">
            <a:avLst>
              <a:gd name="adj" fmla="val 28571"/>
            </a:avLst>
          </a:prstGeom>
          <a:solidFill>
            <a:srgbClr val="2B2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92374" y="2320290"/>
            <a:ext cx="104242" cy="10424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3484" y="2320290"/>
            <a:ext cx="104242" cy="10424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>
            <a:off x="3374593" y="2320290"/>
            <a:ext cx="104242" cy="10424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1460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2148840"/>
            <a:ext cx="320040" cy="365760"/>
          </a:xfrm>
          <a:prstGeom prst="rightArrow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0580" y="1234440"/>
            <a:ext cx="1783080" cy="2194560"/>
          </a:xfrm>
          <a:prstGeom prst="roundRect">
            <a:avLst>
              <a:gd name="adj" fmla="val 10256"/>
            </a:avLst>
          </a:prstGeom>
          <a:solidFill>
            <a:srgbClr val="ECE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0308" y="2061972"/>
            <a:ext cx="740664" cy="493776"/>
          </a:xfrm>
          <a:prstGeom prst="ellipse">
            <a:avLst/>
          </a:prstGeom>
          <a:solidFill>
            <a:srgbClr val="9ED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61788" y="1732788"/>
            <a:ext cx="822960" cy="740664"/>
          </a:xfrm>
          <a:prstGeom prst="ellipse">
            <a:avLst/>
          </a:prstGeom>
          <a:solidFill>
            <a:srgbClr val="9E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573268" y="2020824"/>
            <a:ext cx="740664" cy="534924"/>
          </a:xfrm>
          <a:prstGeom prst="ellipse">
            <a:avLst/>
          </a:prstGeom>
          <a:solidFill>
            <a:srgbClr val="9ED4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997196" y="2103120"/>
            <a:ext cx="1069848" cy="452628"/>
          </a:xfrm>
          <a:prstGeom prst="ellipse">
            <a:avLst/>
          </a:prstGeom>
          <a:solidFill>
            <a:srgbClr val="9ED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Internet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46520" y="2148840"/>
            <a:ext cx="320040" cy="365760"/>
          </a:xfrm>
          <a:prstGeom prst="rightArrow">
            <a:avLst/>
          </a:prstGeom>
          <a:solidFill>
            <a:srgbClr val="FFD166"/>
          </a:solidFill>
          <a:ln/>
        </p:spPr>
      </p:sp>
      <p:sp>
        <p:nvSpPr>
          <p:cNvPr id="31" name="Shape 29"/>
          <p:cNvSpPr/>
          <p:nvPr/>
        </p:nvSpPr>
        <p:spPr>
          <a:xfrm>
            <a:off x="6789420" y="1234440"/>
            <a:ext cx="1783080" cy="2194560"/>
          </a:xfrm>
          <a:prstGeom prst="roundRect">
            <a:avLst>
              <a:gd name="adj" fmla="val 10256"/>
            </a:avLst>
          </a:prstGeom>
          <a:solidFill>
            <a:srgbClr val="FFE6D5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1481328"/>
            <a:ext cx="731520" cy="365760"/>
          </a:xfrm>
          <a:prstGeom prst="roundRect">
            <a:avLst>
              <a:gd name="adj" fmla="val 16000"/>
            </a:avLst>
          </a:prstGeom>
          <a:solidFill>
            <a:srgbClr val="5C677D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2982" y="1605686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4" name="Shape 32"/>
          <p:cNvSpPr/>
          <p:nvPr/>
        </p:nvSpPr>
        <p:spPr>
          <a:xfrm>
            <a:off x="7607808" y="1627632"/>
            <a:ext cx="329184" cy="5852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1905610"/>
            <a:ext cx="731520" cy="365760"/>
          </a:xfrm>
          <a:prstGeom prst="roundRect">
            <a:avLst>
              <a:gd name="adj" fmla="val 16000"/>
            </a:avLst>
          </a:prstGeom>
          <a:solidFill>
            <a:srgbClr val="5C677D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2982" y="2029968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7" name="Shape 35"/>
          <p:cNvSpPr/>
          <p:nvPr/>
        </p:nvSpPr>
        <p:spPr>
          <a:xfrm>
            <a:off x="7607808" y="2051914"/>
            <a:ext cx="329184" cy="5852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0" y="2329891"/>
            <a:ext cx="731520" cy="365760"/>
          </a:xfrm>
          <a:prstGeom prst="roundRect">
            <a:avLst>
              <a:gd name="adj" fmla="val 16000"/>
            </a:avLst>
          </a:prstGeom>
          <a:solidFill>
            <a:srgbClr val="5C677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2982" y="2454250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0" name="Shape 38"/>
          <p:cNvSpPr/>
          <p:nvPr/>
        </p:nvSpPr>
        <p:spPr>
          <a:xfrm>
            <a:off x="7607808" y="2476195"/>
            <a:ext cx="329184" cy="58522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1228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computer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travel super fast!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What can we do online?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810512"/>
            <a:ext cx="1097280" cy="768096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874520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874520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1993392"/>
            <a:ext cx="29260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8" name="Shape 6"/>
          <p:cNvSpPr/>
          <p:nvPr/>
        </p:nvSpPr>
        <p:spPr>
          <a:xfrm>
            <a:off x="1344168" y="1993392"/>
            <a:ext cx="29260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" y="2176272"/>
            <a:ext cx="29260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0" name="Shape 8"/>
          <p:cNvSpPr/>
          <p:nvPr/>
        </p:nvSpPr>
        <p:spPr>
          <a:xfrm>
            <a:off x="1344168" y="2176272"/>
            <a:ext cx="29260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" y="2359152"/>
            <a:ext cx="29260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4168" y="2359152"/>
            <a:ext cx="292608" cy="45720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2598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FF1CC"/>
          </a:solidFill>
          <a:ln/>
        </p:spPr>
      </p:sp>
      <p:sp>
        <p:nvSpPr>
          <p:cNvPr id="15" name="Shape 13"/>
          <p:cNvSpPr/>
          <p:nvPr/>
        </p:nvSpPr>
        <p:spPr>
          <a:xfrm>
            <a:off x="2446020" y="173736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889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3012948" y="2377440"/>
            <a:ext cx="502920" cy="128016"/>
          </a:xfrm>
          <a:prstGeom prst="roundRect">
            <a:avLst>
              <a:gd name="adj" fmla="val 42857"/>
            </a:avLst>
          </a:prstGeom>
          <a:solidFill>
            <a:srgbClr val="5C677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2598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ECE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9080" y="169164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E6D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49547" y="1993392"/>
            <a:ext cx="844906" cy="422453"/>
          </a:xfrm>
          <a:prstGeom prst="roundRect">
            <a:avLst>
              <a:gd name="adj" fmla="val 47619"/>
            </a:avLst>
          </a:prstGeom>
          <a:solidFill>
            <a:srgbClr val="5C677D"/>
          </a:solidFill>
          <a:ln/>
        </p:spPr>
      </p:sp>
      <p:sp>
        <p:nvSpPr>
          <p:cNvPr id="21" name="Shape 19"/>
          <p:cNvSpPr/>
          <p:nvPr/>
        </p:nvSpPr>
        <p:spPr>
          <a:xfrm>
            <a:off x="4270248" y="2154326"/>
            <a:ext cx="221285" cy="80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0657" y="2083918"/>
            <a:ext cx="80467" cy="2212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52467" y="2093976"/>
            <a:ext cx="120701" cy="12070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3343" y="2154326"/>
            <a:ext cx="120701" cy="120701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9476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6354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FFE6D5"/>
          </a:solidFill>
          <a:ln/>
        </p:spPr>
      </p:sp>
      <p:sp>
        <p:nvSpPr>
          <p:cNvPr id="27" name="Shape 25"/>
          <p:cNvSpPr/>
          <p:nvPr/>
        </p:nvSpPr>
        <p:spPr>
          <a:xfrm>
            <a:off x="5737860" y="169164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FE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5838444" y="1943100"/>
            <a:ext cx="804672" cy="50292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9" name="Shape 27"/>
          <p:cNvSpPr/>
          <p:nvPr/>
        </p:nvSpPr>
        <p:spPr>
          <a:xfrm rot="5400000">
            <a:off x="6160313" y="2073859"/>
            <a:ext cx="201168" cy="24140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6354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32320" y="1234440"/>
            <a:ext cx="1554480" cy="2286000"/>
          </a:xfrm>
          <a:prstGeom prst="roundRect">
            <a:avLst>
              <a:gd name="adj" fmla="val 10588"/>
            </a:avLst>
          </a:prstGeom>
          <a:solidFill>
            <a:srgbClr val="DDF6EA"/>
          </a:solidFill>
          <a:ln/>
        </p:spPr>
      </p:sp>
      <p:sp>
        <p:nvSpPr>
          <p:cNvPr id="32" name="Shape 30"/>
          <p:cNvSpPr/>
          <p:nvPr/>
        </p:nvSpPr>
        <p:spPr>
          <a:xfrm>
            <a:off x="7360920" y="1783080"/>
            <a:ext cx="1097280" cy="685800"/>
          </a:xfrm>
          <a:prstGeom prst="roundRect">
            <a:avLst>
              <a:gd name="adj" fmla="val 26667"/>
            </a:avLst>
          </a:prstGeom>
          <a:solidFill>
            <a:srgbClr val="1FAA6B"/>
          </a:solidFill>
          <a:ln/>
        </p:spPr>
      </p:sp>
      <p:sp>
        <p:nvSpPr>
          <p:cNvPr id="33" name="Shape 31"/>
          <p:cNvSpPr/>
          <p:nvPr/>
        </p:nvSpPr>
        <p:spPr>
          <a:xfrm rot="10800000">
            <a:off x="7543800" y="2423160"/>
            <a:ext cx="256032" cy="256032"/>
          </a:xfrm>
          <a:prstGeom prst="triangle">
            <a:avLst/>
          </a:prstGeom>
          <a:solidFill>
            <a:srgbClr val="1FA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7571232" y="206654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845552" y="206654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206654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many things to explore!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Using a web browser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18488"/>
            <a:ext cx="3803904" cy="457200"/>
          </a:xfrm>
          <a:prstGeom prst="roundRect">
            <a:avLst>
              <a:gd name="adj" fmla="val 20000"/>
            </a:avLst>
          </a:prstGeom>
          <a:solidFill>
            <a:srgbClr val="DCE6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5564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755648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75564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1709928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167128"/>
            <a:ext cx="3566160" cy="329184"/>
          </a:xfrm>
          <a:prstGeom prst="roundRect">
            <a:avLst>
              <a:gd name="adj" fmla="val 47222"/>
            </a:avLst>
          </a:prstGeom>
          <a:solidFill>
            <a:srgbClr val="EEF2FA"/>
          </a:solidFill>
          <a:ln w="12700">
            <a:solidFill>
              <a:srgbClr val="BFD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304288"/>
            <a:ext cx="1280160" cy="64008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651760"/>
            <a:ext cx="1828800" cy="146304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40280" y="2788920"/>
            <a:ext cx="411480" cy="4114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2971800"/>
            <a:ext cx="64008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749040"/>
            <a:ext cx="1828800" cy="36576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697480"/>
            <a:ext cx="1463040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3017520"/>
            <a:ext cx="1463040" cy="73152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3200400"/>
            <a:ext cx="1280160" cy="73152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17520" y="3383280"/>
            <a:ext cx="1097280" cy="73152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365760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opens websites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address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links to go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window to the web!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Searching the web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728216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34440" y="2020824"/>
            <a:ext cx="182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883664"/>
            <a:ext cx="1645920" cy="82296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0" y="169164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46888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606040"/>
            <a:ext cx="16459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2770632"/>
            <a:ext cx="2926080" cy="64008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10896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2004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3246120"/>
            <a:ext cx="16459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3410712"/>
            <a:ext cx="2926080" cy="64008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4904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40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B5C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3886200"/>
            <a:ext cx="16459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4050792"/>
            <a:ext cx="2926080" cy="64008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what you want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Enter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result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web anything!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Be safe online!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DDF6EA"/>
          </a:solidFill>
          <a:ln/>
        </p:spPr>
      </p:sp>
      <p:sp>
        <p:nvSpPr>
          <p:cNvPr id="4" name="Shape 2"/>
          <p:cNvSpPr/>
          <p:nvPr/>
        </p:nvSpPr>
        <p:spPr>
          <a:xfrm>
            <a:off x="1161288" y="1536192"/>
            <a:ext cx="512064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88900">
            <a:solidFill>
              <a:srgbClr val="1FA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6596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FAA6B"/>
          </a:solidFill>
          <a:ln/>
        </p:spPr>
      </p:sp>
      <p:sp>
        <p:nvSpPr>
          <p:cNvPr id="6" name="Shape 4"/>
          <p:cNvSpPr/>
          <p:nvPr/>
        </p:nvSpPr>
        <p:spPr>
          <a:xfrm>
            <a:off x="1353312" y="217627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389888" y="2286000"/>
            <a:ext cx="5486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passwords secret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FFE3E3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645920"/>
            <a:ext cx="365760" cy="365760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11" name="Shape 9"/>
          <p:cNvSpPr/>
          <p:nvPr/>
        </p:nvSpPr>
        <p:spPr>
          <a:xfrm>
            <a:off x="3172968" y="2057400"/>
            <a:ext cx="694944" cy="548640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12" name="Shape 10"/>
          <p:cNvSpPr/>
          <p:nvPr/>
        </p:nvSpPr>
        <p:spPr>
          <a:xfrm>
            <a:off x="2953512" y="1536192"/>
            <a:ext cx="1133856" cy="1133856"/>
          </a:xfrm>
          <a:prstGeom prst="ellipse">
            <a:avLst/>
          </a:prstGeom>
          <a:solidFill>
            <a:srgbClr val="FFFFFF">
              <a:alpha val="0"/>
            </a:srgbClr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483864" y="1536192"/>
            <a:ext cx="73152" cy="1133856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176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chat with strangers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E3EE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600200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65192" y="1920240"/>
            <a:ext cx="621792" cy="65836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788152" y="1920240"/>
            <a:ext cx="256032" cy="256032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696712" y="2194560"/>
            <a:ext cx="438912" cy="384048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grown-up first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1920240" cy="2468880"/>
          </a:xfrm>
          <a:prstGeom prst="roundRect">
            <a:avLst>
              <a:gd name="adj" fmla="val 9524"/>
            </a:avLst>
          </a:prstGeom>
          <a:solidFill>
            <a:srgbClr val="FFF1CC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1645920"/>
            <a:ext cx="914400" cy="914400"/>
          </a:xfrm>
          <a:prstGeom prst="ellipse">
            <a:avLst/>
          </a:prstGeom>
          <a:solidFill>
            <a:srgbClr val="FFD166"/>
          </a:solidFill>
          <a:ln w="25400">
            <a:solidFill>
              <a:srgbClr val="E0A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920240"/>
            <a:ext cx="109728" cy="15544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7845552" y="1920240"/>
            <a:ext cx="109728" cy="15544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7470648" y="2148840"/>
            <a:ext cx="512064" cy="329184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7452360" y="2048256"/>
            <a:ext cx="548640" cy="2743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kind online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safe, stay smart!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Match it!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554480"/>
          </a:xfrm>
          <a:prstGeom prst="roundRect">
            <a:avLst>
              <a:gd name="adj" fmla="val 10588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1382573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264" y="1698224"/>
            <a:ext cx="1369405" cy="164592"/>
          </a:xfrm>
          <a:prstGeom prst="roundRect">
            <a:avLst>
              <a:gd name="adj" fmla="val 20000"/>
            </a:avLst>
          </a:prstGeom>
          <a:solidFill>
            <a:srgbClr val="DCE6F5"/>
          </a:solidFill>
          <a:ln/>
        </p:spPr>
      </p:sp>
      <p:sp>
        <p:nvSpPr>
          <p:cNvPr id="6" name="Shape 4"/>
          <p:cNvSpPr/>
          <p:nvPr/>
        </p:nvSpPr>
        <p:spPr>
          <a:xfrm>
            <a:off x="918058" y="1747601"/>
            <a:ext cx="46086" cy="4608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83894" y="1747601"/>
            <a:ext cx="46086" cy="4608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1049731" y="1747601"/>
            <a:ext cx="46086" cy="4608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1731142"/>
            <a:ext cx="493776" cy="13167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8058" y="1895734"/>
            <a:ext cx="1283818" cy="118506"/>
          </a:xfrm>
          <a:prstGeom prst="roundRect">
            <a:avLst>
              <a:gd name="adj" fmla="val 47222"/>
            </a:avLst>
          </a:prstGeom>
          <a:solidFill>
            <a:srgbClr val="EEF2FA"/>
          </a:solidFill>
          <a:ln w="12700">
            <a:solidFill>
              <a:srgbClr val="BFD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3894" y="1945112"/>
            <a:ext cx="460858" cy="23043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12" name="Shape 10"/>
          <p:cNvSpPr/>
          <p:nvPr/>
        </p:nvSpPr>
        <p:spPr>
          <a:xfrm>
            <a:off x="934517" y="2070202"/>
            <a:ext cx="658368" cy="526694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95374" y="2119579"/>
            <a:ext cx="148133" cy="148133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0354" y="2185416"/>
            <a:ext cx="230429" cy="1152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4517" y="2465222"/>
            <a:ext cx="658368" cy="131674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6" name="Shape 14"/>
          <p:cNvSpPr/>
          <p:nvPr/>
        </p:nvSpPr>
        <p:spPr>
          <a:xfrm>
            <a:off x="1675181" y="2086661"/>
            <a:ext cx="526694" cy="5266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75181" y="2201875"/>
            <a:ext cx="526694" cy="2633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675181" y="2267712"/>
            <a:ext cx="460858" cy="2633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675181" y="2333549"/>
            <a:ext cx="395021" cy="26335"/>
          </a:xfrm>
          <a:prstGeom prst="rect">
            <a:avLst/>
          </a:prstGeom>
          <a:solidFill>
            <a:srgbClr val="BFD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75181" y="2432304"/>
            <a:ext cx="329184" cy="131674"/>
          </a:xfrm>
          <a:prstGeom prst="roundRect">
            <a:avLst>
              <a:gd name="adj" fmla="val 30000"/>
            </a:avLst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126187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60320" y="1188720"/>
            <a:ext cx="1920240" cy="1554480"/>
          </a:xfrm>
          <a:prstGeom prst="roundRect">
            <a:avLst>
              <a:gd name="adj" fmla="val 10588"/>
            </a:avLst>
          </a:prstGeom>
          <a:solidFill>
            <a:srgbClr val="DDF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1463040"/>
            <a:ext cx="1005840" cy="1005840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8396" y="1664208"/>
            <a:ext cx="352044" cy="27660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Shape 23"/>
          <p:cNvSpPr/>
          <p:nvPr/>
        </p:nvSpPr>
        <p:spPr>
          <a:xfrm>
            <a:off x="3419856" y="1588770"/>
            <a:ext cx="276606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Shape 24"/>
          <p:cNvSpPr/>
          <p:nvPr/>
        </p:nvSpPr>
        <p:spPr>
          <a:xfrm>
            <a:off x="3570732" y="1915668"/>
            <a:ext cx="326898" cy="35204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3834" y="2066544"/>
            <a:ext cx="201168" cy="2514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8" name="Shape 26"/>
          <p:cNvSpPr/>
          <p:nvPr/>
        </p:nvSpPr>
        <p:spPr>
          <a:xfrm>
            <a:off x="3218688" y="1563624"/>
            <a:ext cx="251460" cy="125730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29" name="Text 27"/>
          <p:cNvSpPr/>
          <p:nvPr/>
        </p:nvSpPr>
        <p:spPr>
          <a:xfrm>
            <a:off x="2633472" y="1261872"/>
            <a:ext cx="384048" cy="384048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1188720"/>
            <a:ext cx="1920240" cy="1554480"/>
          </a:xfrm>
          <a:prstGeom prst="roundRect">
            <a:avLst>
              <a:gd name="adj" fmla="val 10588"/>
            </a:avLst>
          </a:prstGeom>
          <a:solidFill>
            <a:srgbClr val="FFF1CC"/>
          </a:solidFill>
          <a:ln/>
        </p:spPr>
      </p:sp>
      <p:sp>
        <p:nvSpPr>
          <p:cNvPr id="31" name="Shape 29"/>
          <p:cNvSpPr/>
          <p:nvPr/>
        </p:nvSpPr>
        <p:spPr>
          <a:xfrm>
            <a:off x="5405933" y="1529791"/>
            <a:ext cx="435254" cy="544068"/>
          </a:xfrm>
          <a:prstGeom prst="ellipse">
            <a:avLst/>
          </a:prstGeom>
          <a:solidFill>
            <a:srgbClr val="FFFFFF">
              <a:alpha val="0"/>
            </a:srgbClr>
          </a:solidFill>
          <a:ln w="75565">
            <a:solidFill>
              <a:srgbClr val="1FA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73802" y="1895094"/>
            <a:ext cx="699516" cy="544068"/>
          </a:xfrm>
          <a:prstGeom prst="roundRect">
            <a:avLst>
              <a:gd name="adj" fmla="val 14286"/>
            </a:avLst>
          </a:prstGeom>
          <a:solidFill>
            <a:srgbClr val="1FA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5569153" y="2073859"/>
            <a:ext cx="108814" cy="1088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600243" y="2167128"/>
            <a:ext cx="46634" cy="139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36592" y="1261872"/>
            <a:ext cx="384048" cy="384048"/>
          </a:xfrm>
          <a:prstGeom prst="ellipse">
            <a:avLst/>
          </a:prstGeom>
          <a:solidFill>
            <a:srgbClr val="B35C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6560" y="1188720"/>
            <a:ext cx="1920240" cy="1554480"/>
          </a:xfrm>
          <a:prstGeom prst="roundRect">
            <a:avLst>
              <a:gd name="adj" fmla="val 10588"/>
            </a:avLst>
          </a:prstGeom>
          <a:solidFill>
            <a:srgbClr val="ECE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1691640"/>
            <a:ext cx="1382573" cy="2304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0460" y="1737726"/>
            <a:ext cx="98755" cy="98755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7342632" y="1843065"/>
            <a:ext cx="65837" cy="2304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Shape 38"/>
          <p:cNvSpPr/>
          <p:nvPr/>
        </p:nvSpPr>
        <p:spPr>
          <a:xfrm>
            <a:off x="7490765" y="1793687"/>
            <a:ext cx="592531" cy="29627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247888" y="1724558"/>
            <a:ext cx="279806" cy="1645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2" name="Shape 40"/>
          <p:cNvSpPr/>
          <p:nvPr/>
        </p:nvSpPr>
        <p:spPr>
          <a:xfrm>
            <a:off x="7178040" y="2004365"/>
            <a:ext cx="1382573" cy="1975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10958" y="2037283"/>
            <a:ext cx="131674" cy="131674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7392010" y="2053742"/>
            <a:ext cx="592531" cy="3291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Shape 43"/>
          <p:cNvSpPr/>
          <p:nvPr/>
        </p:nvSpPr>
        <p:spPr>
          <a:xfrm>
            <a:off x="7392010" y="2112996"/>
            <a:ext cx="1053389" cy="23043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46" name="Shape 44"/>
          <p:cNvSpPr/>
          <p:nvPr/>
        </p:nvSpPr>
        <p:spPr>
          <a:xfrm>
            <a:off x="7178040" y="2234794"/>
            <a:ext cx="1382573" cy="1975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10958" y="2267712"/>
            <a:ext cx="131674" cy="131674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/>
        </p:spPr>
      </p:sp>
      <p:sp>
        <p:nvSpPr>
          <p:cNvPr id="48" name="Shape 46"/>
          <p:cNvSpPr/>
          <p:nvPr/>
        </p:nvSpPr>
        <p:spPr>
          <a:xfrm>
            <a:off x="7392010" y="2284171"/>
            <a:ext cx="592531" cy="3291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Shape 47"/>
          <p:cNvSpPr/>
          <p:nvPr/>
        </p:nvSpPr>
        <p:spPr>
          <a:xfrm>
            <a:off x="7392010" y="2343424"/>
            <a:ext cx="1053389" cy="23043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50" name="Shape 48"/>
          <p:cNvSpPr/>
          <p:nvPr/>
        </p:nvSpPr>
        <p:spPr>
          <a:xfrm>
            <a:off x="7178040" y="2465222"/>
            <a:ext cx="1382573" cy="1975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10958" y="2498141"/>
            <a:ext cx="131674" cy="131674"/>
          </a:xfrm>
          <a:prstGeom prst="roundRect">
            <a:avLst>
              <a:gd name="adj" fmla="val 20000"/>
            </a:avLst>
          </a:prstGeom>
          <a:solidFill>
            <a:srgbClr val="7B5CFF"/>
          </a:solidFill>
          <a:ln/>
        </p:spPr>
      </p:sp>
      <p:sp>
        <p:nvSpPr>
          <p:cNvPr id="52" name="Shape 50"/>
          <p:cNvSpPr/>
          <p:nvPr/>
        </p:nvSpPr>
        <p:spPr>
          <a:xfrm>
            <a:off x="7392010" y="2514600"/>
            <a:ext cx="592531" cy="3291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Shape 51"/>
          <p:cNvSpPr/>
          <p:nvPr/>
        </p:nvSpPr>
        <p:spPr>
          <a:xfrm>
            <a:off x="7392010" y="2573853"/>
            <a:ext cx="1053389" cy="23043"/>
          </a:xfrm>
          <a:prstGeom prst="rect">
            <a:avLst/>
          </a:prstGeom>
          <a:solidFill>
            <a:srgbClr val="C0C6D4"/>
          </a:solidFill>
          <a:ln/>
        </p:spPr>
      </p:sp>
      <p:sp>
        <p:nvSpPr>
          <p:cNvPr id="54" name="Text 52"/>
          <p:cNvSpPr/>
          <p:nvPr/>
        </p:nvSpPr>
        <p:spPr>
          <a:xfrm>
            <a:off x="6839712" y="1261872"/>
            <a:ext cx="384048" cy="384048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7200" y="3017520"/>
            <a:ext cx="1920240" cy="1600200"/>
          </a:xfrm>
          <a:prstGeom prst="roundRect">
            <a:avLst>
              <a:gd name="adj" fmla="val 10286"/>
            </a:avLst>
          </a:prstGeom>
          <a:solidFill>
            <a:srgbClr val="FFF4D1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59436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keep you safe.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560320" y="3017520"/>
            <a:ext cx="1920240" cy="1600200"/>
          </a:xfrm>
          <a:prstGeom prst="roundRect">
            <a:avLst>
              <a:gd name="adj" fmla="val 10286"/>
            </a:avLst>
          </a:prstGeom>
          <a:solidFill>
            <a:srgbClr val="FFF4D1"/>
          </a:solidFill>
          <a:ln/>
        </p:spPr>
      </p:sp>
      <p:sp>
        <p:nvSpPr>
          <p:cNvPr id="59" name="Text 57"/>
          <p:cNvSpPr/>
          <p:nvPr/>
        </p:nvSpPr>
        <p:spPr>
          <a:xfrm>
            <a:off x="2651760" y="31089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269748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connect the whole world.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663440" y="3017520"/>
            <a:ext cx="1920240" cy="1600200"/>
          </a:xfrm>
          <a:prstGeom prst="roundRect">
            <a:avLst>
              <a:gd name="adj" fmla="val 10286"/>
            </a:avLst>
          </a:prstGeom>
          <a:solidFill>
            <a:srgbClr val="FFF4D1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0" y="31089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help you find things.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766560" y="3017520"/>
            <a:ext cx="1920240" cy="1600200"/>
          </a:xfrm>
          <a:prstGeom prst="roundRect">
            <a:avLst>
              <a:gd name="adj" fmla="val 10286"/>
            </a:avLst>
          </a:prstGeom>
          <a:solidFill>
            <a:srgbClr val="FFF4D1"/>
          </a:solidFill>
          <a:ln/>
        </p:spPr>
      </p:sp>
      <p:sp>
        <p:nvSpPr>
          <p:cNvPr id="65" name="Text 63"/>
          <p:cNvSpPr/>
          <p:nvPr/>
        </p:nvSpPr>
        <p:spPr>
          <a:xfrm>
            <a:off x="6858000" y="31089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690372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open websites.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Great job!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The Internet connects the world.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383280"/>
            <a:ext cx="1097280" cy="740664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3438144"/>
            <a:ext cx="987552" cy="63093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7" name="Shape 5"/>
          <p:cNvSpPr/>
          <p:nvPr/>
        </p:nvSpPr>
        <p:spPr>
          <a:xfrm>
            <a:off x="1732239" y="3513856"/>
            <a:ext cx="189281" cy="18928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1159459" y="3627425"/>
            <a:ext cx="276515" cy="1261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3930274"/>
            <a:ext cx="987552" cy="13880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4133088"/>
            <a:ext cx="1554480" cy="118872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133088"/>
            <a:ext cx="365760" cy="41148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34290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2674620" y="3497580"/>
            <a:ext cx="1051560" cy="68580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9681" y="3579876"/>
            <a:ext cx="205740" cy="2057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9776" y="3703320"/>
            <a:ext cx="294437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674620" y="4032504"/>
            <a:ext cx="1051560" cy="15087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2926080"/>
            <a:ext cx="1554480" cy="1554480"/>
          </a:xfrm>
          <a:prstGeom prst="ellipse">
            <a:avLst/>
          </a:prstGeom>
          <a:solidFill>
            <a:srgbClr val="3A8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5132" y="3236976"/>
            <a:ext cx="544068" cy="42748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3120390"/>
            <a:ext cx="427482" cy="3108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6924" y="3625596"/>
            <a:ext cx="505206" cy="5440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1718" y="3858768"/>
            <a:ext cx="310896" cy="3886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62856" y="3081528"/>
            <a:ext cx="388620" cy="194310"/>
          </a:xfrm>
          <a:prstGeom prst="ellipse">
            <a:avLst/>
          </a:prstGeom>
          <a:solidFill>
            <a:srgbClr val="6FAE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95644" y="3236976"/>
            <a:ext cx="576072" cy="1024128"/>
          </a:xfrm>
          <a:prstGeom prst="roundRect">
            <a:avLst>
              <a:gd name="adj" fmla="val 15556"/>
            </a:avLst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0450" y="3332988"/>
            <a:ext cx="486461" cy="73609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1243" y="3421319"/>
            <a:ext cx="220828" cy="2208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9096" y="3553816"/>
            <a:ext cx="136209" cy="14721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40450" y="3907140"/>
            <a:ext cx="486461" cy="16194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8874" y="4120286"/>
            <a:ext cx="89611" cy="89611"/>
          </a:xfrm>
          <a:prstGeom prst="ellipse">
            <a:avLst/>
          </a:prstGeom>
          <a:solidFill>
            <a:srgbClr val="5C677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he Internet">
  <a:themeElements>
    <a:clrScheme name="The Internet">
      <a:dk1>
        <a:srgbClr val="1B2A6B"/>
      </a:dk1>
      <a:lt1>
        <a:srgbClr val="FFFFFF"/>
      </a:lt1>
      <a:dk2>
        <a:srgbClr val="2B2D42"/>
      </a:dk2>
      <a:lt2>
        <a:srgbClr val="F4F8FF"/>
      </a:lt2>
      <a:accent1>
        <a:srgbClr val="3A86FF"/>
      </a:accent1>
      <a:accent2>
        <a:srgbClr val="1FAA6B"/>
      </a:accent2>
      <a:accent3>
        <a:srgbClr val="7B5CFF"/>
      </a:accent3>
      <a:accent4>
        <a:srgbClr val="E85D04"/>
      </a:accent4>
      <a:accent5>
        <a:srgbClr val="FFD166"/>
      </a:accent5>
      <a:accent6>
        <a:srgbClr val="D6336C"/>
      </a:accent6>
      <a:hlink>
        <a:srgbClr val="3A86FF"/>
      </a:hlink>
      <a:folHlink>
        <a:srgbClr val="7B5CFF"/>
      </a:folHlink>
    </a:clrScheme>
    <a:fontScheme name="The Intern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Internet</dc:title>
  <dc:subject>PptxGenJS Presentation</dc:subject>
  <dc:creator>PptxGenJS</dc:creator>
  <cp:lastModifiedBy>PptxGenJS</cp:lastModifiedBy>
  <cp:revision>1</cp:revision>
  <dcterms:created xsi:type="dcterms:W3CDTF">2026-10-27T18:29:29Z</dcterms:created>
  <dcterms:modified xsi:type="dcterms:W3CDTF">2026-10-27T18:29:29Z</dcterms:modified>
</cp:coreProperties>
</file>