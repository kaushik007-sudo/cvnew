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dware and Software" id="{3c94da43-5e25-3d70-6586-57d85afdbf3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class: a computer has two kinds of things. Some we can touch, and some we cannot. Today we learn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is on the left, software is on the right. Say the two words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means the parts we can touch and hold. Ask a child to touch a keyboard or mouse.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means programs and apps. We can use them and see them on the screen, but we cannot hold them in our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part together: CPU, Monitor, Keyboard, Mouse, Printer. They are all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helps us draw, Games let us play, Music plays songs, Writing helps us type stories, Videos show movies. All are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alone is asleep. Software alone has nowhere to run. Together they make a working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Mouse = hardware, 2 Paint = software, 3 Keyboard = hardware, 4 Game = software, 5 Printer = hardware, 6 Music = software. Ask: can you touch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hold up a hand for hardware (touch) and wiggle fingers for software (use). Ask for examples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D16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B2A6B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Hardware and Software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What can we touch? What can't we?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141732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005840"/>
            <a:ext cx="228600" cy="22860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" y="3132963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586130" y="3193313"/>
            <a:ext cx="1388059" cy="885139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9" name="Shape 7"/>
          <p:cNvSpPr/>
          <p:nvPr/>
        </p:nvSpPr>
        <p:spPr>
          <a:xfrm>
            <a:off x="1581912" y="3283839"/>
            <a:ext cx="251460" cy="2514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" y="3409569"/>
            <a:ext cx="402336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" y="3334131"/>
            <a:ext cx="301752" cy="2263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86130" y="3887343"/>
            <a:ext cx="1388059" cy="1911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9576" y="4138803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" y="4279621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3200400"/>
            <a:ext cx="548640" cy="1097280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331720" y="3246120"/>
            <a:ext cx="457200" cy="1005840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3337560"/>
            <a:ext cx="365760" cy="6400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3451860"/>
            <a:ext cx="365760" cy="32004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9" name="Shape 17"/>
          <p:cNvSpPr/>
          <p:nvPr/>
        </p:nvSpPr>
        <p:spPr>
          <a:xfrm>
            <a:off x="2368296" y="3657600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6040" y="3694176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4000500"/>
            <a:ext cx="137160" cy="54864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2583180" y="4000500"/>
            <a:ext cx="137160" cy="54864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4114800"/>
            <a:ext cx="365760" cy="36576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4680" y="36804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9544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342132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0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607308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739896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72484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05072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137660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70248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402836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35424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9544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342132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0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07308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739896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872484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05072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137660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70248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02836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535424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7" name="Shape 45"/>
          <p:cNvSpPr/>
          <p:nvPr/>
        </p:nvSpPr>
        <p:spPr>
          <a:xfrm>
            <a:off x="3209544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3342132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474720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3607308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3739896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3872484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005072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4137660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4270248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402836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4535424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3520440" y="4046220"/>
            <a:ext cx="822960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9" name="Shape 57"/>
          <p:cNvSpPr/>
          <p:nvPr/>
        </p:nvSpPr>
        <p:spPr>
          <a:xfrm>
            <a:off x="3209544" y="404622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0" name="Shape 58"/>
          <p:cNvSpPr/>
          <p:nvPr/>
        </p:nvSpPr>
        <p:spPr>
          <a:xfrm>
            <a:off x="4402836" y="404622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502920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62" name="Shape 60"/>
          <p:cNvSpPr/>
          <p:nvPr/>
        </p:nvSpPr>
        <p:spPr>
          <a:xfrm>
            <a:off x="5116982" y="3514954"/>
            <a:ext cx="555955" cy="468173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63" name="Shape 61"/>
          <p:cNvSpPr/>
          <p:nvPr/>
        </p:nvSpPr>
        <p:spPr>
          <a:xfrm>
            <a:off x="5212080" y="3602736"/>
            <a:ext cx="102413" cy="102413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4" name="Shape 62"/>
          <p:cNvSpPr/>
          <p:nvPr/>
        </p:nvSpPr>
        <p:spPr>
          <a:xfrm>
            <a:off x="5358384" y="3566160"/>
            <a:ext cx="102413" cy="10241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5" name="Shape 63"/>
          <p:cNvSpPr/>
          <p:nvPr/>
        </p:nvSpPr>
        <p:spPr>
          <a:xfrm>
            <a:off x="5497373" y="3639312"/>
            <a:ext cx="102413" cy="102413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6" name="Shape 64"/>
          <p:cNvSpPr/>
          <p:nvPr/>
        </p:nvSpPr>
        <p:spPr>
          <a:xfrm>
            <a:off x="5277917" y="3778301"/>
            <a:ext cx="102413" cy="102413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482742" y="3822192"/>
            <a:ext cx="117043" cy="117043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68" name="Shape 66"/>
          <p:cNvSpPr/>
          <p:nvPr/>
        </p:nvSpPr>
        <p:spPr>
          <a:xfrm>
            <a:off x="589788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5956402" y="3602736"/>
            <a:ext cx="614477" cy="307238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70" name="Shape 68"/>
          <p:cNvSpPr/>
          <p:nvPr/>
        </p:nvSpPr>
        <p:spPr>
          <a:xfrm>
            <a:off x="6044184" y="3719779"/>
            <a:ext cx="160934" cy="58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6095390" y="3668573"/>
            <a:ext cx="58522" cy="160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6322162" y="3675888"/>
            <a:ext cx="87782" cy="8778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3" name="Shape 71"/>
          <p:cNvSpPr/>
          <p:nvPr/>
        </p:nvSpPr>
        <p:spPr>
          <a:xfrm>
            <a:off x="6431890" y="3719779"/>
            <a:ext cx="87782" cy="8778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4" name="Shape 72"/>
          <p:cNvSpPr/>
          <p:nvPr/>
        </p:nvSpPr>
        <p:spPr>
          <a:xfrm>
            <a:off x="676656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75" name="Shape 73"/>
          <p:cNvSpPr/>
          <p:nvPr/>
        </p:nvSpPr>
        <p:spPr>
          <a:xfrm>
            <a:off x="6912864" y="3807562"/>
            <a:ext cx="160934" cy="12435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76" name="Shape 74"/>
          <p:cNvSpPr/>
          <p:nvPr/>
        </p:nvSpPr>
        <p:spPr>
          <a:xfrm>
            <a:off x="7168896" y="3749040"/>
            <a:ext cx="160934" cy="12435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77" name="Shape 75"/>
          <p:cNvSpPr/>
          <p:nvPr/>
        </p:nvSpPr>
        <p:spPr>
          <a:xfrm>
            <a:off x="7044538" y="3529584"/>
            <a:ext cx="36576" cy="34381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78" name="Shape 76"/>
          <p:cNvSpPr/>
          <p:nvPr/>
        </p:nvSpPr>
        <p:spPr>
          <a:xfrm>
            <a:off x="7300570" y="3471062"/>
            <a:ext cx="36576" cy="32918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79" name="Shape 77"/>
          <p:cNvSpPr/>
          <p:nvPr/>
        </p:nvSpPr>
        <p:spPr>
          <a:xfrm>
            <a:off x="7044538" y="3471062"/>
            <a:ext cx="292608" cy="73152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0" name="Shape 78"/>
          <p:cNvSpPr/>
          <p:nvPr/>
        </p:nvSpPr>
        <p:spPr>
          <a:xfrm>
            <a:off x="763524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81" name="Shape 79"/>
          <p:cNvSpPr/>
          <p:nvPr/>
        </p:nvSpPr>
        <p:spPr>
          <a:xfrm>
            <a:off x="7708392" y="3566160"/>
            <a:ext cx="585216" cy="36576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82" name="Shape 80"/>
          <p:cNvSpPr/>
          <p:nvPr/>
        </p:nvSpPr>
        <p:spPr>
          <a:xfrm rot="5400000">
            <a:off x="7942478" y="3661258"/>
            <a:ext cx="146304" cy="175565"/>
          </a:xfrm>
          <a:prstGeom prst="triangl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Two computer friends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6757"/>
            </a:avLst>
          </a:prstGeom>
          <a:solidFill>
            <a:srgbClr val="ECE7FF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37160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218313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2237994"/>
            <a:ext cx="1261872" cy="80467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2320290"/>
            <a:ext cx="228600" cy="2286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434590"/>
            <a:ext cx="36576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2366010"/>
            <a:ext cx="274320" cy="2057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868930"/>
            <a:ext cx="1261872" cy="17373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1640" y="3097530"/>
            <a:ext cx="182880" cy="1371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508760" y="3225546"/>
            <a:ext cx="548640" cy="7315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816352" y="2249424"/>
            <a:ext cx="493776" cy="987552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2290572"/>
            <a:ext cx="411480" cy="905256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7" name="Shape 15"/>
          <p:cNvSpPr/>
          <p:nvPr/>
        </p:nvSpPr>
        <p:spPr>
          <a:xfrm>
            <a:off x="2898648" y="2372868"/>
            <a:ext cx="329184" cy="57607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2898648" y="2475738"/>
            <a:ext cx="329184" cy="28804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90418" y="2660904"/>
            <a:ext cx="148133" cy="148133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Shape 18"/>
          <p:cNvSpPr/>
          <p:nvPr/>
        </p:nvSpPr>
        <p:spPr>
          <a:xfrm>
            <a:off x="3104388" y="269382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98648" y="2969514"/>
            <a:ext cx="123444" cy="49378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83814" y="2969514"/>
            <a:ext cx="123444" cy="49378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98648" y="3072384"/>
            <a:ext cx="329184" cy="32918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4440" y="37261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9304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421892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4480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687068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819656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952244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84832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217420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350008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482596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615184" y="377190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289304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421892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554480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687068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819656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952244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84832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217420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2350008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2482596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615184" y="387705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289304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1421892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1554480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1687068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1819656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1952244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2084832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2217420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2350008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2482596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2615184" y="398221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1600200" y="4091940"/>
            <a:ext cx="822960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289304" y="409194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0" name="Shape 58"/>
          <p:cNvSpPr/>
          <p:nvPr/>
        </p:nvSpPr>
        <p:spPr>
          <a:xfrm>
            <a:off x="2482596" y="409194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3429000" y="3584448"/>
            <a:ext cx="0" cy="201168"/>
          </a:xfrm>
          <a:prstGeom prst="line">
            <a:avLst/>
          </a:prstGeom>
          <a:noFill/>
          <a:ln w="14288">
            <a:solidFill>
              <a:srgbClr val="5C677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64408" y="3767328"/>
            <a:ext cx="329184" cy="51206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71723" y="3774643"/>
            <a:ext cx="153619" cy="201168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64" name="Shape 62"/>
          <p:cNvSpPr/>
          <p:nvPr/>
        </p:nvSpPr>
        <p:spPr>
          <a:xfrm>
            <a:off x="3432658" y="3774643"/>
            <a:ext cx="153619" cy="201168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65" name="Shape 63"/>
          <p:cNvSpPr/>
          <p:nvPr/>
        </p:nvSpPr>
        <p:spPr>
          <a:xfrm>
            <a:off x="3403397" y="3811219"/>
            <a:ext cx="51206" cy="109728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66" name="Shape 64"/>
          <p:cNvSpPr/>
          <p:nvPr/>
        </p:nvSpPr>
        <p:spPr>
          <a:xfrm>
            <a:off x="5074920" y="21488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184648" y="2313432"/>
            <a:ext cx="694944" cy="585216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68" name="Shape 66"/>
          <p:cNvSpPr/>
          <p:nvPr/>
        </p:nvSpPr>
        <p:spPr>
          <a:xfrm>
            <a:off x="5303520" y="242316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5486400" y="2377440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0" name="Shape 68"/>
          <p:cNvSpPr/>
          <p:nvPr/>
        </p:nvSpPr>
        <p:spPr>
          <a:xfrm>
            <a:off x="5660136" y="246888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1" name="Shape 69"/>
          <p:cNvSpPr/>
          <p:nvPr/>
        </p:nvSpPr>
        <p:spPr>
          <a:xfrm>
            <a:off x="5385816" y="2642616"/>
            <a:ext cx="128016" cy="12801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72" name="Shape 70"/>
          <p:cNvSpPr/>
          <p:nvPr/>
        </p:nvSpPr>
        <p:spPr>
          <a:xfrm>
            <a:off x="5641848" y="2697480"/>
            <a:ext cx="146304" cy="146304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263640" y="21488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6336792" y="2423160"/>
            <a:ext cx="768096" cy="384048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75" name="Shape 73"/>
          <p:cNvSpPr/>
          <p:nvPr/>
        </p:nvSpPr>
        <p:spPr>
          <a:xfrm>
            <a:off x="6446520" y="2569464"/>
            <a:ext cx="201168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6510528" y="2505456"/>
            <a:ext cx="73152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6793992" y="2514600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8" name="Shape 76"/>
          <p:cNvSpPr/>
          <p:nvPr/>
        </p:nvSpPr>
        <p:spPr>
          <a:xfrm>
            <a:off x="6931152" y="25694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9" name="Shape 77"/>
          <p:cNvSpPr/>
          <p:nvPr/>
        </p:nvSpPr>
        <p:spPr>
          <a:xfrm>
            <a:off x="7452360" y="21488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80" name="Shape 78"/>
          <p:cNvSpPr/>
          <p:nvPr/>
        </p:nvSpPr>
        <p:spPr>
          <a:xfrm>
            <a:off x="7635240" y="2679192"/>
            <a:ext cx="201168" cy="15544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81" name="Shape 79"/>
          <p:cNvSpPr/>
          <p:nvPr/>
        </p:nvSpPr>
        <p:spPr>
          <a:xfrm>
            <a:off x="7955280" y="2606040"/>
            <a:ext cx="201168" cy="15544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82" name="Shape 80"/>
          <p:cNvSpPr/>
          <p:nvPr/>
        </p:nvSpPr>
        <p:spPr>
          <a:xfrm>
            <a:off x="7799832" y="2331720"/>
            <a:ext cx="45720" cy="429768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3" name="Shape 81"/>
          <p:cNvSpPr/>
          <p:nvPr/>
        </p:nvSpPr>
        <p:spPr>
          <a:xfrm>
            <a:off x="8119872" y="2258568"/>
            <a:ext cx="45720" cy="411480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4" name="Shape 82"/>
          <p:cNvSpPr/>
          <p:nvPr/>
        </p:nvSpPr>
        <p:spPr>
          <a:xfrm>
            <a:off x="7799832" y="2258568"/>
            <a:ext cx="365760" cy="91440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5" name="Shape 83"/>
          <p:cNvSpPr/>
          <p:nvPr/>
        </p:nvSpPr>
        <p:spPr>
          <a:xfrm>
            <a:off x="5669280" y="33832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D5F5E5"/>
          </a:solidFill>
          <a:ln/>
        </p:spPr>
      </p:sp>
      <p:sp>
        <p:nvSpPr>
          <p:cNvPr id="86" name="Shape 84"/>
          <p:cNvSpPr/>
          <p:nvPr/>
        </p:nvSpPr>
        <p:spPr>
          <a:xfrm>
            <a:off x="5870448" y="3511296"/>
            <a:ext cx="457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43600" y="3657600"/>
            <a:ext cx="310896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88" name="Shape 86"/>
          <p:cNvSpPr/>
          <p:nvPr/>
        </p:nvSpPr>
        <p:spPr>
          <a:xfrm>
            <a:off x="5943600" y="3785616"/>
            <a:ext cx="310896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89" name="Shape 87"/>
          <p:cNvSpPr/>
          <p:nvPr/>
        </p:nvSpPr>
        <p:spPr>
          <a:xfrm>
            <a:off x="5943600" y="3913632"/>
            <a:ext cx="20116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90" name="Shape 88"/>
          <p:cNvSpPr/>
          <p:nvPr/>
        </p:nvSpPr>
        <p:spPr>
          <a:xfrm rot="2100000">
            <a:off x="6236208" y="3767328"/>
            <a:ext cx="109728" cy="41148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91" name="Shape 89"/>
          <p:cNvSpPr/>
          <p:nvPr/>
        </p:nvSpPr>
        <p:spPr>
          <a:xfrm>
            <a:off x="6858000" y="33832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92" name="Shape 90"/>
          <p:cNvSpPr/>
          <p:nvPr/>
        </p:nvSpPr>
        <p:spPr>
          <a:xfrm>
            <a:off x="6949440" y="361188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93" name="Shape 91"/>
          <p:cNvSpPr/>
          <p:nvPr/>
        </p:nvSpPr>
        <p:spPr>
          <a:xfrm rot="5400000">
            <a:off x="7242048" y="3730752"/>
            <a:ext cx="182880" cy="219456"/>
          </a:xfrm>
          <a:prstGeom prst="triangl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Hardware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845820" y="1761363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906170" y="1821713"/>
            <a:ext cx="1388059" cy="885139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901952" y="1912239"/>
            <a:ext cx="251460" cy="2514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" y="2037969"/>
            <a:ext cx="402336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962531"/>
            <a:ext cx="301752" cy="2263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06170" y="2515743"/>
            <a:ext cx="1388059" cy="1911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2767203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2908021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828800"/>
            <a:ext cx="548640" cy="1097280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1874520"/>
            <a:ext cx="457200" cy="1005840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1965960"/>
            <a:ext cx="365760" cy="6400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2697480" y="2080260"/>
            <a:ext cx="365760" cy="32004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8336" y="2286000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2322576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2697480" y="2628900"/>
            <a:ext cx="137160" cy="54864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03220" y="2628900"/>
            <a:ext cx="137160" cy="54864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2743200"/>
            <a:ext cx="365760" cy="36576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1" name="Shape 19"/>
          <p:cNvSpPr/>
          <p:nvPr/>
        </p:nvSpPr>
        <p:spPr>
          <a:xfrm>
            <a:off x="3769157" y="1998421"/>
            <a:ext cx="691286" cy="345643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8728" y="2267255"/>
            <a:ext cx="1152144" cy="460858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23" name="Shape 21"/>
          <p:cNvSpPr/>
          <p:nvPr/>
        </p:nvSpPr>
        <p:spPr>
          <a:xfrm>
            <a:off x="3584814" y="2305660"/>
            <a:ext cx="1059972" cy="134417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1241" y="2344064"/>
            <a:ext cx="61448" cy="614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37253" y="2344064"/>
            <a:ext cx="61448" cy="614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3942" y="2574493"/>
            <a:ext cx="921715" cy="26883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Shape 25"/>
          <p:cNvSpPr/>
          <p:nvPr/>
        </p:nvSpPr>
        <p:spPr>
          <a:xfrm>
            <a:off x="3730752" y="2593696"/>
            <a:ext cx="768096" cy="345643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68419" y="2643622"/>
            <a:ext cx="115214" cy="11521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3788359" y="2824124"/>
            <a:ext cx="652882" cy="768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30" name="Shape 28"/>
          <p:cNvSpPr/>
          <p:nvPr/>
        </p:nvSpPr>
        <p:spPr>
          <a:xfrm>
            <a:off x="3807562" y="2651303"/>
            <a:ext cx="172822" cy="96012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34440" y="354330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89304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421892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554480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687068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819656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952244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084832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217420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350008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482596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615184" y="358902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289304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421892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554480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687068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819656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952244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9" name="Shape 47"/>
          <p:cNvSpPr/>
          <p:nvPr/>
        </p:nvSpPr>
        <p:spPr>
          <a:xfrm>
            <a:off x="2084832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217420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1" name="Shape 49"/>
          <p:cNvSpPr/>
          <p:nvPr/>
        </p:nvSpPr>
        <p:spPr>
          <a:xfrm>
            <a:off x="2350008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2" name="Shape 50"/>
          <p:cNvSpPr/>
          <p:nvPr/>
        </p:nvSpPr>
        <p:spPr>
          <a:xfrm>
            <a:off x="2482596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615184" y="369417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289304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1421892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1554480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1687068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1819656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9" name="Shape 57"/>
          <p:cNvSpPr/>
          <p:nvPr/>
        </p:nvSpPr>
        <p:spPr>
          <a:xfrm>
            <a:off x="1952244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0" name="Shape 58"/>
          <p:cNvSpPr/>
          <p:nvPr/>
        </p:nvSpPr>
        <p:spPr>
          <a:xfrm>
            <a:off x="2084832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2217420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2" name="Shape 60"/>
          <p:cNvSpPr/>
          <p:nvPr/>
        </p:nvSpPr>
        <p:spPr>
          <a:xfrm>
            <a:off x="2350008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3" name="Shape 61"/>
          <p:cNvSpPr/>
          <p:nvPr/>
        </p:nvSpPr>
        <p:spPr>
          <a:xfrm>
            <a:off x="2482596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4" name="Shape 62"/>
          <p:cNvSpPr/>
          <p:nvPr/>
        </p:nvSpPr>
        <p:spPr>
          <a:xfrm>
            <a:off x="2615184" y="379933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5" name="Shape 63"/>
          <p:cNvSpPr/>
          <p:nvPr/>
        </p:nvSpPr>
        <p:spPr>
          <a:xfrm>
            <a:off x="1600200" y="3909060"/>
            <a:ext cx="822960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289304" y="390906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7" name="Shape 65"/>
          <p:cNvSpPr/>
          <p:nvPr/>
        </p:nvSpPr>
        <p:spPr>
          <a:xfrm>
            <a:off x="2482596" y="390906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83280" y="3401568"/>
            <a:ext cx="0" cy="201168"/>
          </a:xfrm>
          <a:prstGeom prst="line">
            <a:avLst/>
          </a:prstGeom>
          <a:noFill/>
          <a:ln w="14288">
            <a:solidFill>
              <a:srgbClr val="5C677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18688" y="3584448"/>
            <a:ext cx="329184" cy="51206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26003" y="3591763"/>
            <a:ext cx="153619" cy="201168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71" name="Shape 69"/>
          <p:cNvSpPr/>
          <p:nvPr/>
        </p:nvSpPr>
        <p:spPr>
          <a:xfrm>
            <a:off x="3386938" y="3591763"/>
            <a:ext cx="153619" cy="201168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72" name="Shape 70"/>
          <p:cNvSpPr/>
          <p:nvPr/>
        </p:nvSpPr>
        <p:spPr>
          <a:xfrm>
            <a:off x="3357677" y="3628339"/>
            <a:ext cx="51206" cy="109728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73" name="Shape 71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touch it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77" name="Text 75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of the computer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80" name="Text 78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things we can hold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is the body!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Software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CE7F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5" name="Shape 3"/>
          <p:cNvSpPr/>
          <p:nvPr/>
        </p:nvSpPr>
        <p:spPr>
          <a:xfrm>
            <a:off x="989381" y="1781251"/>
            <a:ext cx="764438" cy="643738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6" name="Shape 4"/>
          <p:cNvSpPr/>
          <p:nvPr/>
        </p:nvSpPr>
        <p:spPr>
          <a:xfrm>
            <a:off x="1120140" y="1901952"/>
            <a:ext cx="140818" cy="14081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321308" y="1851660"/>
            <a:ext cx="140818" cy="14081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1512418" y="1952244"/>
            <a:ext cx="140818" cy="14081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210666" y="2143354"/>
            <a:ext cx="140818" cy="14081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0" name="Shape 8"/>
          <p:cNvSpPr/>
          <p:nvPr/>
        </p:nvSpPr>
        <p:spPr>
          <a:xfrm>
            <a:off x="1492301" y="2203704"/>
            <a:ext cx="160934" cy="160934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75027" y="1901952"/>
            <a:ext cx="844906" cy="422453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95728" y="2062886"/>
            <a:ext cx="221285" cy="80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6137" y="1992478"/>
            <a:ext cx="80467" cy="2212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7947" y="2002536"/>
            <a:ext cx="120701" cy="12070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8823" y="2062886"/>
            <a:ext cx="120701" cy="120701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18" name="Shape 16"/>
          <p:cNvSpPr/>
          <p:nvPr/>
        </p:nvSpPr>
        <p:spPr>
          <a:xfrm>
            <a:off x="3721608" y="2183587"/>
            <a:ext cx="221285" cy="170993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73652" y="2103120"/>
            <a:ext cx="221285" cy="170993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0" name="Shape 18"/>
          <p:cNvSpPr/>
          <p:nvPr/>
        </p:nvSpPr>
        <p:spPr>
          <a:xfrm>
            <a:off x="3902659" y="1801368"/>
            <a:ext cx="50292" cy="472745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4703" y="1720901"/>
            <a:ext cx="50292" cy="452628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2" name="Shape 20"/>
          <p:cNvSpPr/>
          <p:nvPr/>
        </p:nvSpPr>
        <p:spPr>
          <a:xfrm>
            <a:off x="3902659" y="1720901"/>
            <a:ext cx="402336" cy="10058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54480" y="301752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D5F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1775765" y="3158338"/>
            <a:ext cx="502920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56232" y="3319272"/>
            <a:ext cx="341986" cy="5029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26" name="Shape 24"/>
          <p:cNvSpPr/>
          <p:nvPr/>
        </p:nvSpPr>
        <p:spPr>
          <a:xfrm>
            <a:off x="1856232" y="3460090"/>
            <a:ext cx="341986" cy="5029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27" name="Shape 25"/>
          <p:cNvSpPr/>
          <p:nvPr/>
        </p:nvSpPr>
        <p:spPr>
          <a:xfrm>
            <a:off x="1856232" y="3600907"/>
            <a:ext cx="221285" cy="5029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28" name="Shape 26"/>
          <p:cNvSpPr/>
          <p:nvPr/>
        </p:nvSpPr>
        <p:spPr>
          <a:xfrm rot="2100000">
            <a:off x="2178101" y="3439973"/>
            <a:ext cx="120701" cy="452628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301752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5224" y="3268980"/>
            <a:ext cx="804672" cy="50292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31" name="Shape 29"/>
          <p:cNvSpPr/>
          <p:nvPr/>
        </p:nvSpPr>
        <p:spPr>
          <a:xfrm rot="5400000">
            <a:off x="3257093" y="3399739"/>
            <a:ext cx="201168" cy="24140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and apps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touch it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computer what to do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see it on the screen!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Hardware we can touch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" y="1664208"/>
            <a:ext cx="438912" cy="877824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700784"/>
            <a:ext cx="365760" cy="804672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" y="1773936"/>
            <a:ext cx="292608" cy="5120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" y="1865376"/>
            <a:ext cx="292608" cy="25603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1080821" y="2029968"/>
            <a:ext cx="131674" cy="13167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59229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2304288"/>
            <a:ext cx="109728" cy="43891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1" name="Shape 9"/>
          <p:cNvSpPr/>
          <p:nvPr/>
        </p:nvSpPr>
        <p:spPr>
          <a:xfrm>
            <a:off x="1252728" y="2304288"/>
            <a:ext cx="109728" cy="43891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2395728"/>
            <a:ext cx="292608" cy="29261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2598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DDF6EA"/>
          </a:solidFill>
          <a:ln/>
        </p:spPr>
      </p:sp>
      <p:sp>
        <p:nvSpPr>
          <p:cNvPr id="15" name="Shape 13"/>
          <p:cNvSpPr/>
          <p:nvPr/>
        </p:nvSpPr>
        <p:spPr>
          <a:xfrm>
            <a:off x="2354580" y="1655064"/>
            <a:ext cx="1097280" cy="73152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98471" y="1698955"/>
            <a:ext cx="1009498" cy="643738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22676" y="1764792"/>
            <a:ext cx="182880" cy="1828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2500884" y="1856232"/>
            <a:ext cx="292608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0612" y="1801368"/>
            <a:ext cx="219456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398471" y="2203704"/>
            <a:ext cx="1009498" cy="138989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0068" y="2386584"/>
            <a:ext cx="146304" cy="1097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3764" y="2488997"/>
            <a:ext cx="438912" cy="5852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2598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476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ECE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872484" y="1876806"/>
            <a:ext cx="1399032" cy="452628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21862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041191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160520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9849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9178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18508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637837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7166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876495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995824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115154" y="19179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921862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041191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160520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79849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99178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518508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637837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7166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876495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995824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115154" y="201259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8" name="Shape 46"/>
          <p:cNvSpPr/>
          <p:nvPr/>
        </p:nvSpPr>
        <p:spPr>
          <a:xfrm>
            <a:off x="3921862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4041191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4160520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279849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4399178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518508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4637837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4757166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876495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4995824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5115154" y="210723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9" name="Shape 57"/>
          <p:cNvSpPr/>
          <p:nvPr/>
        </p:nvSpPr>
        <p:spPr>
          <a:xfrm>
            <a:off x="4201668" y="2205990"/>
            <a:ext cx="740664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60" name="Shape 58"/>
          <p:cNvSpPr/>
          <p:nvPr/>
        </p:nvSpPr>
        <p:spPr>
          <a:xfrm>
            <a:off x="3921862" y="2205990"/>
            <a:ext cx="226314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4995824" y="2205990"/>
            <a:ext cx="226314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79476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46354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FE6D5"/>
          </a:solidFill>
          <a:ln/>
        </p:spPr>
      </p:sp>
      <p:sp>
        <p:nvSpPr>
          <p:cNvPr id="64" name="Shape 62"/>
          <p:cNvSpPr/>
          <p:nvPr/>
        </p:nvSpPr>
        <p:spPr>
          <a:xfrm>
            <a:off x="6240780" y="1712214"/>
            <a:ext cx="0" cy="226314"/>
          </a:xfrm>
          <a:prstGeom prst="line">
            <a:avLst/>
          </a:prstGeom>
          <a:noFill/>
          <a:ln w="14288">
            <a:solidFill>
              <a:srgbClr val="5C677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55614" y="1917954"/>
            <a:ext cx="370332" cy="57607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63844" y="1926184"/>
            <a:ext cx="172822" cy="226314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67" name="Shape 65"/>
          <p:cNvSpPr/>
          <p:nvPr/>
        </p:nvSpPr>
        <p:spPr>
          <a:xfrm>
            <a:off x="6244895" y="1926184"/>
            <a:ext cx="172822" cy="226314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68" name="Shape 66"/>
          <p:cNvSpPr/>
          <p:nvPr/>
        </p:nvSpPr>
        <p:spPr>
          <a:xfrm>
            <a:off x="6211976" y="1967332"/>
            <a:ext cx="57607" cy="123444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546354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13232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FE3EE"/>
          </a:solidFill>
          <a:ln/>
        </p:spPr>
      </p:sp>
      <p:sp>
        <p:nvSpPr>
          <p:cNvPr id="71" name="Shape 69"/>
          <p:cNvSpPr/>
          <p:nvPr/>
        </p:nvSpPr>
        <p:spPr>
          <a:xfrm>
            <a:off x="7539228" y="1599057"/>
            <a:ext cx="740664" cy="3703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92340" y="1887093"/>
            <a:ext cx="1234440" cy="493776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73" name="Shape 71"/>
          <p:cNvSpPr/>
          <p:nvPr/>
        </p:nvSpPr>
        <p:spPr>
          <a:xfrm>
            <a:off x="7341718" y="1928241"/>
            <a:ext cx="1135685" cy="144018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74" name="Shape 72"/>
          <p:cNvSpPr/>
          <p:nvPr/>
        </p:nvSpPr>
        <p:spPr>
          <a:xfrm>
            <a:off x="8259318" y="1969389"/>
            <a:ext cx="65837" cy="65837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5" name="Shape 73"/>
          <p:cNvSpPr/>
          <p:nvPr/>
        </p:nvSpPr>
        <p:spPr>
          <a:xfrm>
            <a:off x="8362188" y="1969389"/>
            <a:ext cx="65837" cy="65837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6" name="Shape 74"/>
          <p:cNvSpPr/>
          <p:nvPr/>
        </p:nvSpPr>
        <p:spPr>
          <a:xfrm>
            <a:off x="7415784" y="2216277"/>
            <a:ext cx="987552" cy="2880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7" name="Shape 75"/>
          <p:cNvSpPr/>
          <p:nvPr/>
        </p:nvSpPr>
        <p:spPr>
          <a:xfrm>
            <a:off x="7498080" y="2236851"/>
            <a:ext cx="822960" cy="3703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74152" y="2290343"/>
            <a:ext cx="123444" cy="12344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9" name="Shape 77"/>
          <p:cNvSpPr/>
          <p:nvPr/>
        </p:nvSpPr>
        <p:spPr>
          <a:xfrm>
            <a:off x="7559802" y="2483739"/>
            <a:ext cx="699516" cy="8229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80" name="Shape 78"/>
          <p:cNvSpPr/>
          <p:nvPr/>
        </p:nvSpPr>
        <p:spPr>
          <a:xfrm>
            <a:off x="7580376" y="2298573"/>
            <a:ext cx="185166" cy="10287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13232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it! Hold it! It is hardware!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Software we can use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1EE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5" name="Shape 3"/>
          <p:cNvSpPr/>
          <p:nvPr/>
        </p:nvSpPr>
        <p:spPr>
          <a:xfrm>
            <a:off x="852221" y="1781251"/>
            <a:ext cx="764438" cy="643738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6" name="Shape 4"/>
          <p:cNvSpPr/>
          <p:nvPr/>
        </p:nvSpPr>
        <p:spPr>
          <a:xfrm>
            <a:off x="982980" y="1901952"/>
            <a:ext cx="140818" cy="14081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184148" y="1851660"/>
            <a:ext cx="140818" cy="14081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1375258" y="1952244"/>
            <a:ext cx="140818" cy="14081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073506" y="2143354"/>
            <a:ext cx="140818" cy="14081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0" name="Shape 8"/>
          <p:cNvSpPr/>
          <p:nvPr/>
        </p:nvSpPr>
        <p:spPr>
          <a:xfrm>
            <a:off x="1355141" y="2203704"/>
            <a:ext cx="160934" cy="160934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2598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1EE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40030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80767" y="1901952"/>
            <a:ext cx="844906" cy="422453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1468" y="2062886"/>
            <a:ext cx="221285" cy="80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671877" y="1992478"/>
            <a:ext cx="80467" cy="2212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3687" y="2002536"/>
            <a:ext cx="120701" cy="12070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4563" y="2062886"/>
            <a:ext cx="120701" cy="120701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2598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476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1EE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908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22" name="Shape 20"/>
          <p:cNvSpPr/>
          <p:nvPr/>
        </p:nvSpPr>
        <p:spPr>
          <a:xfrm>
            <a:off x="4270248" y="2183587"/>
            <a:ext cx="221285" cy="170993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3" name="Shape 21"/>
          <p:cNvSpPr/>
          <p:nvPr/>
        </p:nvSpPr>
        <p:spPr>
          <a:xfrm>
            <a:off x="4622292" y="2103120"/>
            <a:ext cx="221285" cy="170993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4" name="Shape 22"/>
          <p:cNvSpPr/>
          <p:nvPr/>
        </p:nvSpPr>
        <p:spPr>
          <a:xfrm>
            <a:off x="4451299" y="1801368"/>
            <a:ext cx="50292" cy="472745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3343" y="1720901"/>
            <a:ext cx="50292" cy="452628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51299" y="1720901"/>
            <a:ext cx="402336" cy="10058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79476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6354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1EE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73786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D5F5E5"/>
          </a:solidFill>
          <a:ln/>
        </p:spPr>
      </p:sp>
      <p:sp>
        <p:nvSpPr>
          <p:cNvPr id="30" name="Shape 28"/>
          <p:cNvSpPr/>
          <p:nvPr/>
        </p:nvSpPr>
        <p:spPr>
          <a:xfrm>
            <a:off x="5959145" y="1741018"/>
            <a:ext cx="502920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1901952"/>
            <a:ext cx="341986" cy="5029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39612" y="2042770"/>
            <a:ext cx="341986" cy="5029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3" name="Shape 31"/>
          <p:cNvSpPr/>
          <p:nvPr/>
        </p:nvSpPr>
        <p:spPr>
          <a:xfrm>
            <a:off x="6039612" y="2183587"/>
            <a:ext cx="221285" cy="5029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4" name="Shape 32"/>
          <p:cNvSpPr/>
          <p:nvPr/>
        </p:nvSpPr>
        <p:spPr>
          <a:xfrm rot="2100000">
            <a:off x="6361481" y="2022653"/>
            <a:ext cx="120701" cy="452628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6354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3232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1EE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406640" y="160020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38" name="Shape 36"/>
          <p:cNvSpPr/>
          <p:nvPr/>
        </p:nvSpPr>
        <p:spPr>
          <a:xfrm>
            <a:off x="7507224" y="1851660"/>
            <a:ext cx="804672" cy="50292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39" name="Shape 37"/>
          <p:cNvSpPr/>
          <p:nvPr/>
        </p:nvSpPr>
        <p:spPr>
          <a:xfrm rot="5400000">
            <a:off x="7829093" y="1982419"/>
            <a:ext cx="201168" cy="24140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3232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it, but we cannot touch it!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Working together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468880" cy="2377440"/>
          </a:xfrm>
          <a:prstGeom prst="roundRect">
            <a:avLst>
              <a:gd name="adj" fmla="val 8462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3337560" y="1188720"/>
            <a:ext cx="2468880" cy="2377440"/>
          </a:xfrm>
          <a:prstGeom prst="roundRect">
            <a:avLst>
              <a:gd name="adj" fmla="val 8462"/>
            </a:avLst>
          </a:prstGeom>
          <a:solidFill>
            <a:srgbClr val="ECE7FF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188720"/>
            <a:ext cx="2468880" cy="2377440"/>
          </a:xfrm>
          <a:prstGeom prst="roundRect">
            <a:avLst>
              <a:gd name="adj" fmla="val 8462"/>
            </a:avLst>
          </a:prstGeom>
          <a:solidFill>
            <a:srgbClr val="DDF6E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82142" y="1569110"/>
            <a:ext cx="2018995" cy="1287475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8" name="Shape 6"/>
          <p:cNvSpPr/>
          <p:nvPr/>
        </p:nvSpPr>
        <p:spPr>
          <a:xfrm>
            <a:off x="2130552" y="1700784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883664"/>
            <a:ext cx="585216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" y="1773936"/>
            <a:ext cx="438912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2142" y="2578608"/>
            <a:ext cx="2018995" cy="277978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45336" y="2944368"/>
            <a:ext cx="292608" cy="21945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52728" y="3149194"/>
            <a:ext cx="877824" cy="117043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2142" y="1569110"/>
            <a:ext cx="2011680" cy="1289304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1572768"/>
            <a:ext cx="20116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Zzz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611880" y="141732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716122" y="1573682"/>
            <a:ext cx="660197" cy="555955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29050" y="1677924"/>
            <a:ext cx="121615" cy="12161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2786" y="1634490"/>
            <a:ext cx="121615" cy="121615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0" name="Shape 18"/>
          <p:cNvSpPr/>
          <p:nvPr/>
        </p:nvSpPr>
        <p:spPr>
          <a:xfrm>
            <a:off x="4167835" y="1721358"/>
            <a:ext cx="121615" cy="121615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Shape 19"/>
          <p:cNvSpPr/>
          <p:nvPr/>
        </p:nvSpPr>
        <p:spPr>
          <a:xfrm>
            <a:off x="3907231" y="1886407"/>
            <a:ext cx="121615" cy="121615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50462" y="1938528"/>
            <a:ext cx="138989" cy="138989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141732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687214" y="1677924"/>
            <a:ext cx="729691" cy="364846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25" name="Shape 23"/>
          <p:cNvSpPr/>
          <p:nvPr/>
        </p:nvSpPr>
        <p:spPr>
          <a:xfrm>
            <a:off x="4791456" y="1816913"/>
            <a:ext cx="191110" cy="69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52264" y="1756105"/>
            <a:ext cx="69494" cy="191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1554" y="1764792"/>
            <a:ext cx="104242" cy="10424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Shape 26"/>
          <p:cNvSpPr/>
          <p:nvPr/>
        </p:nvSpPr>
        <p:spPr>
          <a:xfrm>
            <a:off x="5251856" y="1816913"/>
            <a:ext cx="104242" cy="10424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3611880" y="242316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30" name="Shape 28"/>
          <p:cNvSpPr/>
          <p:nvPr/>
        </p:nvSpPr>
        <p:spPr>
          <a:xfrm>
            <a:off x="3785616" y="2926994"/>
            <a:ext cx="191110" cy="14767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31" name="Shape 29"/>
          <p:cNvSpPr/>
          <p:nvPr/>
        </p:nvSpPr>
        <p:spPr>
          <a:xfrm>
            <a:off x="4089654" y="2857500"/>
            <a:ext cx="191110" cy="14767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32" name="Shape 30"/>
          <p:cNvSpPr/>
          <p:nvPr/>
        </p:nvSpPr>
        <p:spPr>
          <a:xfrm>
            <a:off x="3941978" y="2596896"/>
            <a:ext cx="43434" cy="408280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33" name="Shape 31"/>
          <p:cNvSpPr/>
          <p:nvPr/>
        </p:nvSpPr>
        <p:spPr>
          <a:xfrm>
            <a:off x="4246016" y="2527402"/>
            <a:ext cx="43434" cy="390906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34" name="Shape 32"/>
          <p:cNvSpPr/>
          <p:nvPr/>
        </p:nvSpPr>
        <p:spPr>
          <a:xfrm>
            <a:off x="3941978" y="2527402"/>
            <a:ext cx="347472" cy="86868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35" name="Shape 33"/>
          <p:cNvSpPr/>
          <p:nvPr/>
        </p:nvSpPr>
        <p:spPr>
          <a:xfrm>
            <a:off x="4617720" y="242316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36" name="Shape 34"/>
          <p:cNvSpPr/>
          <p:nvPr/>
        </p:nvSpPr>
        <p:spPr>
          <a:xfrm>
            <a:off x="4704588" y="2640330"/>
            <a:ext cx="694944" cy="43434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37" name="Shape 35"/>
          <p:cNvSpPr/>
          <p:nvPr/>
        </p:nvSpPr>
        <p:spPr>
          <a:xfrm rot="5400000">
            <a:off x="4982566" y="2753258"/>
            <a:ext cx="173736" cy="208483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355080" y="1481328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2862" y="1569110"/>
            <a:ext cx="2018995" cy="1287475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891272" y="1700784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Shape 39"/>
          <p:cNvSpPr/>
          <p:nvPr/>
        </p:nvSpPr>
        <p:spPr>
          <a:xfrm>
            <a:off x="6647688" y="1883664"/>
            <a:ext cx="585216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867144" y="1773936"/>
            <a:ext cx="438912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2862" y="2578608"/>
            <a:ext cx="2018995" cy="277978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44" name="Shape 42"/>
          <p:cNvSpPr/>
          <p:nvPr/>
        </p:nvSpPr>
        <p:spPr>
          <a:xfrm>
            <a:off x="7306056" y="2944368"/>
            <a:ext cx="292608" cy="21945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5" name="Shape 43"/>
          <p:cNvSpPr/>
          <p:nvPr/>
        </p:nvSpPr>
        <p:spPr>
          <a:xfrm>
            <a:off x="7013448" y="3149194"/>
            <a:ext cx="877824" cy="117043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6611112" y="19842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676949" y="2083003"/>
            <a:ext cx="416966" cy="351130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6748272" y="2148840"/>
            <a:ext cx="76810" cy="7681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2121408"/>
            <a:ext cx="76810" cy="7681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2242" y="2176272"/>
            <a:ext cx="76810" cy="7681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1" name="Shape 49"/>
          <p:cNvSpPr/>
          <p:nvPr/>
        </p:nvSpPr>
        <p:spPr>
          <a:xfrm>
            <a:off x="6797650" y="2280514"/>
            <a:ext cx="76810" cy="7681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951269" y="2313432"/>
            <a:ext cx="87782" cy="87782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51192" y="19842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7295083" y="2148840"/>
            <a:ext cx="460858" cy="230429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55" name="Shape 53"/>
          <p:cNvSpPr/>
          <p:nvPr/>
        </p:nvSpPr>
        <p:spPr>
          <a:xfrm>
            <a:off x="7360920" y="2236622"/>
            <a:ext cx="120701" cy="438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399325" y="2198218"/>
            <a:ext cx="43891" cy="1207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7569403" y="2203704"/>
            <a:ext cx="65837" cy="65837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8" name="Shape 56"/>
          <p:cNvSpPr/>
          <p:nvPr/>
        </p:nvSpPr>
        <p:spPr>
          <a:xfrm>
            <a:off x="7651699" y="2236622"/>
            <a:ext cx="65837" cy="65837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9" name="Shape 57"/>
          <p:cNvSpPr/>
          <p:nvPr/>
        </p:nvSpPr>
        <p:spPr>
          <a:xfrm>
            <a:off x="7891272" y="19842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2302459"/>
            <a:ext cx="120701" cy="93269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61" name="Shape 59"/>
          <p:cNvSpPr/>
          <p:nvPr/>
        </p:nvSpPr>
        <p:spPr>
          <a:xfrm>
            <a:off x="8193024" y="2258568"/>
            <a:ext cx="120701" cy="93269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62" name="Shape 60"/>
          <p:cNvSpPr/>
          <p:nvPr/>
        </p:nvSpPr>
        <p:spPr>
          <a:xfrm>
            <a:off x="8099755" y="2093976"/>
            <a:ext cx="27432" cy="257861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63" name="Shape 61"/>
          <p:cNvSpPr/>
          <p:nvPr/>
        </p:nvSpPr>
        <p:spPr>
          <a:xfrm>
            <a:off x="8291779" y="2050085"/>
            <a:ext cx="27432" cy="246888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64" name="Shape 62"/>
          <p:cNvSpPr/>
          <p:nvPr/>
        </p:nvSpPr>
        <p:spPr>
          <a:xfrm>
            <a:off x="8099755" y="2050085"/>
            <a:ext cx="219456" cy="5486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926080" y="18745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66" name="Text 64"/>
          <p:cNvSpPr txBox="1"/>
          <p:nvPr/>
        </p:nvSpPr>
        <p:spPr>
          <a:xfrm>
            <a:off x="5806440" y="18745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67" name="Text 65"/>
          <p:cNvSpPr/>
          <p:nvPr/>
        </p:nvSpPr>
        <p:spPr>
          <a:xfrm>
            <a:off x="457200" y="36576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337560" y="36576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217920" y="36576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computer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30769"/>
            </a:avLst>
          </a:prstGeom>
          <a:solidFill>
            <a:srgbClr val="FFD1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needs both!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Hardware or software?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280160" cy="1371600"/>
          </a:xfrm>
          <a:prstGeom prst="roundRect">
            <a:avLst>
              <a:gd name="adj" fmla="val 11429"/>
            </a:avLst>
          </a:prstGeom>
          <a:solidFill>
            <a:srgbClr val="EEF2F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531620"/>
            <a:ext cx="0" cy="251460"/>
          </a:xfrm>
          <a:prstGeom prst="line">
            <a:avLst/>
          </a:prstGeom>
          <a:noFill/>
          <a:ln w="14288">
            <a:solidFill>
              <a:srgbClr val="5C67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760220"/>
            <a:ext cx="411480" cy="6400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684" y="1769364"/>
            <a:ext cx="192024" cy="251460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" y="1769364"/>
            <a:ext cx="192024" cy="251460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" y="1815084"/>
            <a:ext cx="64008" cy="137160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618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47088" y="1188720"/>
            <a:ext cx="1280160" cy="1371600"/>
          </a:xfrm>
          <a:prstGeom prst="roundRect">
            <a:avLst>
              <a:gd name="adj" fmla="val 11429"/>
            </a:avLst>
          </a:prstGeom>
          <a:solidFill>
            <a:srgbClr val="EEF2FA"/>
          </a:solidFill>
          <a:ln/>
        </p:spPr>
      </p:sp>
      <p:sp>
        <p:nvSpPr>
          <p:cNvPr id="11" name="Shape 9"/>
          <p:cNvSpPr/>
          <p:nvPr/>
        </p:nvSpPr>
        <p:spPr>
          <a:xfrm>
            <a:off x="2075688" y="15544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74443" y="1702613"/>
            <a:ext cx="625450" cy="526694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1428" y="1801368"/>
            <a:ext cx="115214" cy="11521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2446020" y="1760220"/>
            <a:ext cx="115214" cy="11521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2382" y="1842516"/>
            <a:ext cx="115214" cy="11521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Shape 14"/>
          <p:cNvSpPr/>
          <p:nvPr/>
        </p:nvSpPr>
        <p:spPr>
          <a:xfrm>
            <a:off x="2355494" y="1998878"/>
            <a:ext cx="115214" cy="115214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585923" y="2048256"/>
            <a:ext cx="131674" cy="131674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12618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6976" y="1188720"/>
            <a:ext cx="1280160" cy="1371600"/>
          </a:xfrm>
          <a:prstGeom prst="roundRect">
            <a:avLst>
              <a:gd name="adj" fmla="val 11429"/>
            </a:avLst>
          </a:prstGeom>
          <a:solidFill>
            <a:srgbClr val="EEF2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255264" y="1764792"/>
            <a:ext cx="1243584" cy="402336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9155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5226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511296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7366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723437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829507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5578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41648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147718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253789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9859" y="1801368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299155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405226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1296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17366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723437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829507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935578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041648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147718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253789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359859" y="1885493"/>
            <a:ext cx="84125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299155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4" name="Shape 42"/>
          <p:cNvSpPr/>
          <p:nvPr/>
        </p:nvSpPr>
        <p:spPr>
          <a:xfrm>
            <a:off x="3405226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5" name="Shape 43"/>
          <p:cNvSpPr/>
          <p:nvPr/>
        </p:nvSpPr>
        <p:spPr>
          <a:xfrm>
            <a:off x="3511296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6" name="Shape 44"/>
          <p:cNvSpPr/>
          <p:nvPr/>
        </p:nvSpPr>
        <p:spPr>
          <a:xfrm>
            <a:off x="3617366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7" name="Shape 45"/>
          <p:cNvSpPr/>
          <p:nvPr/>
        </p:nvSpPr>
        <p:spPr>
          <a:xfrm>
            <a:off x="3723437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3829507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935578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4041648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147718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4253789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359859" y="1969618"/>
            <a:ext cx="84125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3547872" y="2057400"/>
            <a:ext cx="658368" cy="62179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5" name="Shape 53"/>
          <p:cNvSpPr/>
          <p:nvPr/>
        </p:nvSpPr>
        <p:spPr>
          <a:xfrm>
            <a:off x="3299155" y="2057400"/>
            <a:ext cx="201168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253789" y="2057400"/>
            <a:ext cx="201168" cy="62179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Text 55"/>
          <p:cNvSpPr/>
          <p:nvPr/>
        </p:nvSpPr>
        <p:spPr>
          <a:xfrm>
            <a:off x="3310128" y="12618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626864" y="1188720"/>
            <a:ext cx="1280160" cy="1371600"/>
          </a:xfrm>
          <a:prstGeom prst="roundRect">
            <a:avLst>
              <a:gd name="adj" fmla="val 11429"/>
            </a:avLst>
          </a:prstGeom>
          <a:solidFill>
            <a:srgbClr val="EEF2FA"/>
          </a:solidFill>
          <a:ln/>
        </p:spPr>
      </p:sp>
      <p:sp>
        <p:nvSpPr>
          <p:cNvPr id="59" name="Shape 57"/>
          <p:cNvSpPr/>
          <p:nvPr/>
        </p:nvSpPr>
        <p:spPr>
          <a:xfrm>
            <a:off x="4855464" y="15544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4921301" y="1801368"/>
            <a:ext cx="691286" cy="345643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61" name="Shape 59"/>
          <p:cNvSpPr/>
          <p:nvPr/>
        </p:nvSpPr>
        <p:spPr>
          <a:xfrm>
            <a:off x="5020056" y="1933042"/>
            <a:ext cx="181051" cy="6583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5077663" y="1875434"/>
            <a:ext cx="65837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5332781" y="1883664"/>
            <a:ext cx="98755" cy="98755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4" name="Shape 62"/>
          <p:cNvSpPr/>
          <p:nvPr/>
        </p:nvSpPr>
        <p:spPr>
          <a:xfrm>
            <a:off x="5456225" y="1933042"/>
            <a:ext cx="98755" cy="9875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5" name="Text 63"/>
          <p:cNvSpPr/>
          <p:nvPr/>
        </p:nvSpPr>
        <p:spPr>
          <a:xfrm>
            <a:off x="4700016" y="12618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016752" y="1188720"/>
            <a:ext cx="1280160" cy="1371600"/>
          </a:xfrm>
          <a:prstGeom prst="roundRect">
            <a:avLst>
              <a:gd name="adj" fmla="val 11429"/>
            </a:avLst>
          </a:prstGeom>
          <a:solidFill>
            <a:srgbClr val="EEF2FA"/>
          </a:solidFill>
          <a:ln/>
        </p:spPr>
      </p:sp>
      <p:sp>
        <p:nvSpPr>
          <p:cNvPr id="67" name="Shape 65"/>
          <p:cNvSpPr/>
          <p:nvPr/>
        </p:nvSpPr>
        <p:spPr>
          <a:xfrm>
            <a:off x="6327648" y="1517904"/>
            <a:ext cx="6583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08192" y="1773936"/>
            <a:ext cx="1097280" cy="438912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69" name="Shape 67"/>
          <p:cNvSpPr/>
          <p:nvPr/>
        </p:nvSpPr>
        <p:spPr>
          <a:xfrm>
            <a:off x="6152083" y="1810512"/>
            <a:ext cx="1009498" cy="128016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70" name="Shape 68"/>
          <p:cNvSpPr/>
          <p:nvPr/>
        </p:nvSpPr>
        <p:spPr>
          <a:xfrm>
            <a:off x="6967728" y="1847088"/>
            <a:ext cx="58522" cy="5852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1" name="Shape 69"/>
          <p:cNvSpPr/>
          <p:nvPr/>
        </p:nvSpPr>
        <p:spPr>
          <a:xfrm>
            <a:off x="7059168" y="1847088"/>
            <a:ext cx="58522" cy="5852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2" name="Shape 70"/>
          <p:cNvSpPr/>
          <p:nvPr/>
        </p:nvSpPr>
        <p:spPr>
          <a:xfrm>
            <a:off x="6217920" y="2066544"/>
            <a:ext cx="877824" cy="25603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3" name="Shape 71"/>
          <p:cNvSpPr/>
          <p:nvPr/>
        </p:nvSpPr>
        <p:spPr>
          <a:xfrm>
            <a:off x="6291072" y="2084832"/>
            <a:ext cx="7315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03136" y="2132381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5" name="Shape 73"/>
          <p:cNvSpPr/>
          <p:nvPr/>
        </p:nvSpPr>
        <p:spPr>
          <a:xfrm>
            <a:off x="6345936" y="2304288"/>
            <a:ext cx="621792" cy="73152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76" name="Shape 74"/>
          <p:cNvSpPr/>
          <p:nvPr/>
        </p:nvSpPr>
        <p:spPr>
          <a:xfrm>
            <a:off x="6364224" y="2139696"/>
            <a:ext cx="164592" cy="9144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77" name="Text 75"/>
          <p:cNvSpPr/>
          <p:nvPr/>
        </p:nvSpPr>
        <p:spPr>
          <a:xfrm>
            <a:off x="6089904" y="12618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406640" y="1188720"/>
            <a:ext cx="1280160" cy="1371600"/>
          </a:xfrm>
          <a:prstGeom prst="roundRect">
            <a:avLst>
              <a:gd name="adj" fmla="val 11429"/>
            </a:avLst>
          </a:prstGeom>
          <a:solidFill>
            <a:srgbClr val="EEF2FA"/>
          </a:solidFill>
          <a:ln/>
        </p:spPr>
      </p:sp>
      <p:sp>
        <p:nvSpPr>
          <p:cNvPr id="79" name="Shape 77"/>
          <p:cNvSpPr/>
          <p:nvPr/>
        </p:nvSpPr>
        <p:spPr>
          <a:xfrm>
            <a:off x="7635240" y="15544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80" name="Shape 78"/>
          <p:cNvSpPr/>
          <p:nvPr/>
        </p:nvSpPr>
        <p:spPr>
          <a:xfrm>
            <a:off x="7799832" y="2031797"/>
            <a:ext cx="181051" cy="139903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81" name="Shape 79"/>
          <p:cNvSpPr/>
          <p:nvPr/>
        </p:nvSpPr>
        <p:spPr>
          <a:xfrm>
            <a:off x="8087868" y="1965960"/>
            <a:ext cx="181051" cy="139903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82" name="Shape 80"/>
          <p:cNvSpPr/>
          <p:nvPr/>
        </p:nvSpPr>
        <p:spPr>
          <a:xfrm>
            <a:off x="7947965" y="1719072"/>
            <a:ext cx="41148" cy="386791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3" name="Shape 81"/>
          <p:cNvSpPr/>
          <p:nvPr/>
        </p:nvSpPr>
        <p:spPr>
          <a:xfrm>
            <a:off x="8236001" y="1653235"/>
            <a:ext cx="41148" cy="370332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4" name="Shape 82"/>
          <p:cNvSpPr/>
          <p:nvPr/>
        </p:nvSpPr>
        <p:spPr>
          <a:xfrm>
            <a:off x="7947965" y="1653235"/>
            <a:ext cx="329184" cy="82296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5" name="Text 83"/>
          <p:cNvSpPr/>
          <p:nvPr/>
        </p:nvSpPr>
        <p:spPr>
          <a:xfrm>
            <a:off x="7479792" y="12618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11282"/>
            </a:avLst>
          </a:prstGeom>
          <a:solidFill>
            <a:srgbClr val="E3EEF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73152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800" dirty="0"/>
          </a:p>
        </p:txBody>
      </p:sp>
      <p:sp>
        <p:nvSpPr>
          <p:cNvPr id="88" name="Text 86"/>
          <p:cNvSpPr txBox="1"/>
          <p:nvPr/>
        </p:nvSpPr>
        <p:spPr>
          <a:xfrm>
            <a:off x="73152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touch it!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3090672" y="3277667"/>
            <a:ext cx="1042416" cy="694944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90" name="Shape 88"/>
          <p:cNvSpPr/>
          <p:nvPr/>
        </p:nvSpPr>
        <p:spPr>
          <a:xfrm>
            <a:off x="3132369" y="3319363"/>
            <a:ext cx="959023" cy="611551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91" name="Shape 89"/>
          <p:cNvSpPr/>
          <p:nvPr/>
        </p:nvSpPr>
        <p:spPr>
          <a:xfrm>
            <a:off x="3820363" y="3381908"/>
            <a:ext cx="173736" cy="17373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2" name="Shape 90"/>
          <p:cNvSpPr/>
          <p:nvPr/>
        </p:nvSpPr>
        <p:spPr>
          <a:xfrm>
            <a:off x="3229661" y="3468776"/>
            <a:ext cx="277978" cy="13898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3333902" y="3416656"/>
            <a:ext cx="208483" cy="1563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3132369" y="3798875"/>
            <a:ext cx="959023" cy="132039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95" name="Shape 93"/>
          <p:cNvSpPr/>
          <p:nvPr/>
        </p:nvSpPr>
        <p:spPr>
          <a:xfrm>
            <a:off x="3542386" y="3972611"/>
            <a:ext cx="138989" cy="10424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6" name="Shape 94"/>
          <p:cNvSpPr/>
          <p:nvPr/>
        </p:nvSpPr>
        <p:spPr>
          <a:xfrm>
            <a:off x="3403397" y="4069903"/>
            <a:ext cx="416966" cy="55596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97" name="Shape 95"/>
          <p:cNvSpPr/>
          <p:nvPr/>
        </p:nvSpPr>
        <p:spPr>
          <a:xfrm>
            <a:off x="4663440" y="2834640"/>
            <a:ext cx="4023360" cy="1783080"/>
          </a:xfrm>
          <a:prstGeom prst="roundRect">
            <a:avLst>
              <a:gd name="adj" fmla="val 11282"/>
            </a:avLst>
          </a:prstGeom>
          <a:solidFill>
            <a:srgbClr val="ECE7F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493776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800" dirty="0"/>
          </a:p>
        </p:txBody>
      </p:sp>
      <p:sp>
        <p:nvSpPr>
          <p:cNvPr id="99" name="Text 97"/>
          <p:cNvSpPr txBox="1"/>
          <p:nvPr/>
        </p:nvSpPr>
        <p:spPr>
          <a:xfrm>
            <a:off x="49377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cannot touch it!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7315200" y="32918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7408469" y="3431743"/>
            <a:ext cx="590702" cy="497434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509510" y="3525012"/>
            <a:ext cx="108814" cy="10881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664958" y="3486150"/>
            <a:ext cx="108814" cy="10881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812634" y="3563874"/>
            <a:ext cx="108814" cy="10881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579462" y="3711550"/>
            <a:ext cx="108814" cy="108814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797089" y="3758184"/>
            <a:ext cx="124358" cy="124358"/>
          </a:xfrm>
          <a:prstGeom prst="ellipse">
            <a:avLst/>
          </a:prstGeom>
          <a:solidFill>
            <a:srgbClr val="DCEB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Great job!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Hardware we touch. Software we use.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525780" y="3132963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86130" y="3193313"/>
            <a:ext cx="1388059" cy="885139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7" name="Shape 5"/>
          <p:cNvSpPr/>
          <p:nvPr/>
        </p:nvSpPr>
        <p:spPr>
          <a:xfrm>
            <a:off x="1581912" y="3283839"/>
            <a:ext cx="251460" cy="2514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3409569"/>
            <a:ext cx="402336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3334131"/>
            <a:ext cx="301752" cy="2263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86130" y="3887343"/>
            <a:ext cx="1388059" cy="1911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1" name="Shape 9"/>
          <p:cNvSpPr/>
          <p:nvPr/>
        </p:nvSpPr>
        <p:spPr>
          <a:xfrm>
            <a:off x="1179576" y="4138803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" y="4279621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3200400"/>
            <a:ext cx="548640" cy="1097280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3246120"/>
            <a:ext cx="457200" cy="1005840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3337560"/>
            <a:ext cx="365760" cy="6400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3451860"/>
            <a:ext cx="365760" cy="32004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7" name="Shape 15"/>
          <p:cNvSpPr/>
          <p:nvPr/>
        </p:nvSpPr>
        <p:spPr>
          <a:xfrm>
            <a:off x="2368296" y="3657600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3694176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4000500"/>
            <a:ext cx="137160" cy="54864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2583180" y="4000500"/>
            <a:ext cx="137160" cy="54864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4114800"/>
            <a:ext cx="365760" cy="36576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2" name="Shape 20"/>
          <p:cNvSpPr/>
          <p:nvPr/>
        </p:nvSpPr>
        <p:spPr>
          <a:xfrm>
            <a:off x="3154680" y="36804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9544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342132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07308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739896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72484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5072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137660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270248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402836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35424" y="372618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9544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342132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474720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07308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739896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872484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005072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37660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270248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02836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535424" y="383133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209544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6" name="Shape 44"/>
          <p:cNvSpPr/>
          <p:nvPr/>
        </p:nvSpPr>
        <p:spPr>
          <a:xfrm>
            <a:off x="3342132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0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3607308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739896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3872484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005072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4137660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270248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4402836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4535424" y="393649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3520440" y="4046220"/>
            <a:ext cx="822960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7" name="Shape 55"/>
          <p:cNvSpPr/>
          <p:nvPr/>
        </p:nvSpPr>
        <p:spPr>
          <a:xfrm>
            <a:off x="3209544" y="404622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4402836" y="404622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9" name="Shape 57"/>
          <p:cNvSpPr/>
          <p:nvPr/>
        </p:nvSpPr>
        <p:spPr>
          <a:xfrm>
            <a:off x="502920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CEBFF"/>
          </a:solidFill>
          <a:ln/>
        </p:spPr>
      </p:sp>
      <p:sp>
        <p:nvSpPr>
          <p:cNvPr id="60" name="Shape 58"/>
          <p:cNvSpPr/>
          <p:nvPr/>
        </p:nvSpPr>
        <p:spPr>
          <a:xfrm>
            <a:off x="5116982" y="3514954"/>
            <a:ext cx="555955" cy="468173"/>
          </a:xfrm>
          <a:prstGeom prst="ellipse">
            <a:avLst/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5212080" y="3602736"/>
            <a:ext cx="102413" cy="102413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2" name="Shape 60"/>
          <p:cNvSpPr/>
          <p:nvPr/>
        </p:nvSpPr>
        <p:spPr>
          <a:xfrm>
            <a:off x="5358384" y="3566160"/>
            <a:ext cx="102413" cy="10241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3" name="Shape 61"/>
          <p:cNvSpPr/>
          <p:nvPr/>
        </p:nvSpPr>
        <p:spPr>
          <a:xfrm>
            <a:off x="5497373" y="3639312"/>
            <a:ext cx="102413" cy="102413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4" name="Shape 62"/>
          <p:cNvSpPr/>
          <p:nvPr/>
        </p:nvSpPr>
        <p:spPr>
          <a:xfrm>
            <a:off x="5277917" y="3778301"/>
            <a:ext cx="102413" cy="102413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65" name="Shape 63"/>
          <p:cNvSpPr/>
          <p:nvPr/>
        </p:nvSpPr>
        <p:spPr>
          <a:xfrm>
            <a:off x="5482742" y="3822192"/>
            <a:ext cx="117043" cy="117043"/>
          </a:xfrm>
          <a:prstGeom prst="ellipse">
            <a:avLst/>
          </a:prstGeom>
          <a:solidFill>
            <a:srgbClr val="DCEBFF"/>
          </a:solidFill>
          <a:ln/>
        </p:spPr>
      </p:sp>
      <p:sp>
        <p:nvSpPr>
          <p:cNvPr id="66" name="Shape 64"/>
          <p:cNvSpPr/>
          <p:nvPr/>
        </p:nvSpPr>
        <p:spPr>
          <a:xfrm>
            <a:off x="589788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956402" y="3602736"/>
            <a:ext cx="614477" cy="307238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68" name="Shape 66"/>
          <p:cNvSpPr/>
          <p:nvPr/>
        </p:nvSpPr>
        <p:spPr>
          <a:xfrm>
            <a:off x="6044184" y="3719779"/>
            <a:ext cx="160934" cy="58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6095390" y="3668573"/>
            <a:ext cx="58522" cy="160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6322162" y="3675888"/>
            <a:ext cx="87782" cy="8778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1" name="Shape 69"/>
          <p:cNvSpPr/>
          <p:nvPr/>
        </p:nvSpPr>
        <p:spPr>
          <a:xfrm>
            <a:off x="6431890" y="3719779"/>
            <a:ext cx="87782" cy="8778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2" name="Shape 70"/>
          <p:cNvSpPr/>
          <p:nvPr/>
        </p:nvSpPr>
        <p:spPr>
          <a:xfrm>
            <a:off x="676656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DDEA"/>
          </a:solidFill>
          <a:ln/>
        </p:spPr>
      </p:sp>
      <p:sp>
        <p:nvSpPr>
          <p:cNvPr id="73" name="Shape 71"/>
          <p:cNvSpPr/>
          <p:nvPr/>
        </p:nvSpPr>
        <p:spPr>
          <a:xfrm>
            <a:off x="6912864" y="3807562"/>
            <a:ext cx="160934" cy="12435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74" name="Shape 72"/>
          <p:cNvSpPr/>
          <p:nvPr/>
        </p:nvSpPr>
        <p:spPr>
          <a:xfrm>
            <a:off x="7168896" y="3749040"/>
            <a:ext cx="160934" cy="12435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75" name="Shape 73"/>
          <p:cNvSpPr/>
          <p:nvPr/>
        </p:nvSpPr>
        <p:spPr>
          <a:xfrm>
            <a:off x="7044538" y="3529584"/>
            <a:ext cx="36576" cy="34381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76" name="Shape 74"/>
          <p:cNvSpPr/>
          <p:nvPr/>
        </p:nvSpPr>
        <p:spPr>
          <a:xfrm>
            <a:off x="7300570" y="3471062"/>
            <a:ext cx="36576" cy="329184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77" name="Shape 75"/>
          <p:cNvSpPr/>
          <p:nvPr/>
        </p:nvSpPr>
        <p:spPr>
          <a:xfrm>
            <a:off x="7044538" y="3471062"/>
            <a:ext cx="292608" cy="73152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78" name="Shape 76"/>
          <p:cNvSpPr/>
          <p:nvPr/>
        </p:nvSpPr>
        <p:spPr>
          <a:xfrm>
            <a:off x="7635240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79" name="Shape 77"/>
          <p:cNvSpPr/>
          <p:nvPr/>
        </p:nvSpPr>
        <p:spPr>
          <a:xfrm>
            <a:off x="7708392" y="3566160"/>
            <a:ext cx="585216" cy="36576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80" name="Shape 78"/>
          <p:cNvSpPr/>
          <p:nvPr/>
        </p:nvSpPr>
        <p:spPr>
          <a:xfrm rot="5400000">
            <a:off x="7942478" y="3661258"/>
            <a:ext cx="146304" cy="175565"/>
          </a:xfrm>
          <a:prstGeom prst="triangl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Hardware and Software">
  <a:themeElements>
    <a:clrScheme name="Hardware and Software">
      <a:dk1>
        <a:srgbClr val="1B2A6B"/>
      </a:dk1>
      <a:lt1>
        <a:srgbClr val="FFFFFF"/>
      </a:lt1>
      <a:dk2>
        <a:srgbClr val="2B2D42"/>
      </a:dk2>
      <a:lt2>
        <a:srgbClr val="F4F8FF"/>
      </a:lt2>
      <a:accent1>
        <a:srgbClr val="3A86FF"/>
      </a:accent1>
      <a:accent2>
        <a:srgbClr val="1FAA6B"/>
      </a:accent2>
      <a:accent3>
        <a:srgbClr val="7B5CFF"/>
      </a:accent3>
      <a:accent4>
        <a:srgbClr val="E85D04"/>
      </a:accent4>
      <a:accent5>
        <a:srgbClr val="FFD166"/>
      </a:accent5>
      <a:accent6>
        <a:srgbClr val="D6336C"/>
      </a:accent6>
      <a:hlink>
        <a:srgbClr val="3A86FF"/>
      </a:hlink>
      <a:folHlink>
        <a:srgbClr val="7B5CFF"/>
      </a:folHlink>
    </a:clrScheme>
    <a:fontScheme name="Hardware and Softwa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Hardware and Software</dc:title>
  <dc:subject>PptxGenJS Presentation</dc:subject>
  <dc:creator>PptxGenJS</dc:creator>
  <cp:lastModifiedBy>PptxGenJS</cp:lastModifiedBy>
  <cp:revision>1</cp:revision>
  <dcterms:created xsi:type="dcterms:W3CDTF">2026-10-27T18:23:34Z</dcterms:created>
  <dcterms:modified xsi:type="dcterms:W3CDTF">2026-10-27T18:23:34Z</dcterms:modified>
</cp:coreProperties>
</file>