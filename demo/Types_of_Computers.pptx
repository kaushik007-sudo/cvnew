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ypes of Computers" id="{174a5c16-889d-a70b-0030-e3cf78c21ee3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Ask: Have you seen a computer at home or school? Today we meet four kinds of computers.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each friend and let the children repeat it: Desktop PC, Laptop, Tablet, Palmtop.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desktop PC has a monitor, a tower (the box), a keyboard and a mouse. It stays in one 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laptop has everything in one folding body. Its battery lets us use it without a plug for a while.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tablet is used by touching the screen with fingers. Ask a child to show a swipe in the air.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palmtop is small enough to sit in the palm of a hand. Older palmtops used a little stylus pen.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the sizes: the desktop is the biggest, the palmtop is the smallest. Ask which one they would carry in a pocket.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 = D Palmtop, 2 = A Desktop PC, 3 = C Tablet, 4 = B Laptop. Let children point and call out the letter.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say each name together and ask one fact about each computer.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B2A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D166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1B2A6B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Types of Computers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Let's meet 4 computer friends!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7818120" y="1417320"/>
            <a:ext cx="320040" cy="3200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0" y="1005840"/>
            <a:ext cx="228600" cy="22860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5"/>
          <p:cNvSpPr/>
          <p:nvPr/>
        </p:nvSpPr>
        <p:spPr>
          <a:xfrm>
            <a:off x="2308860" y="3154680"/>
            <a:ext cx="342900" cy="891540"/>
          </a:xfrm>
          <a:prstGeom prst="roundRect">
            <a:avLst>
              <a:gd name="adj" fmla="val 10667"/>
            </a:avLst>
          </a:prstGeom>
          <a:solidFill>
            <a:srgbClr val="8D99AE"/>
          </a:solidFill>
          <a:ln/>
        </p:spPr>
      </p:sp>
      <p:sp>
        <p:nvSpPr>
          <p:cNvPr id="8" name="Shape 6"/>
          <p:cNvSpPr/>
          <p:nvPr/>
        </p:nvSpPr>
        <p:spPr>
          <a:xfrm>
            <a:off x="2409444" y="3246120"/>
            <a:ext cx="137160" cy="1371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2377440" y="3497580"/>
            <a:ext cx="205740" cy="32004"/>
          </a:xfrm>
          <a:prstGeom prst="roundRect">
            <a:avLst>
              <a:gd name="adj" fmla="val 28571"/>
            </a:avLst>
          </a:prstGeom>
          <a:solidFill>
            <a:srgbClr val="5C677D"/>
          </a:solidFill>
          <a:ln/>
        </p:spPr>
      </p:sp>
      <p:sp>
        <p:nvSpPr>
          <p:cNvPr id="10" name="Shape 8"/>
          <p:cNvSpPr/>
          <p:nvPr/>
        </p:nvSpPr>
        <p:spPr>
          <a:xfrm>
            <a:off x="2377440" y="3575304"/>
            <a:ext cx="205740" cy="32004"/>
          </a:xfrm>
          <a:prstGeom prst="roundRect">
            <a:avLst>
              <a:gd name="adj" fmla="val 28571"/>
            </a:avLst>
          </a:prstGeom>
          <a:solidFill>
            <a:srgbClr val="5C677D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063240"/>
            <a:ext cx="1188720" cy="822960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0704" y="3118104"/>
            <a:ext cx="1078992" cy="71323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794419" y="3203692"/>
            <a:ext cx="213970" cy="21397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8603" y="3332074"/>
            <a:ext cx="302118" cy="14264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298082" y="3275015"/>
            <a:ext cx="237378" cy="1569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0704" y="3674425"/>
            <a:ext cx="1078992" cy="156911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8760" y="3886200"/>
            <a:ext cx="182880" cy="1600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03020" y="4023360"/>
            <a:ext cx="594360" cy="73152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960120" y="4169664"/>
            <a:ext cx="1051560" cy="251460"/>
          </a:xfrm>
          <a:prstGeom prst="roundRect">
            <a:avLst>
              <a:gd name="adj" fmla="val 14545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4984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136142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257300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378458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499616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620774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741932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1863090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14984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9" name="Shape 27"/>
          <p:cNvSpPr/>
          <p:nvPr/>
        </p:nvSpPr>
        <p:spPr>
          <a:xfrm>
            <a:off x="1136142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0" name="Shape 28"/>
          <p:cNvSpPr/>
          <p:nvPr/>
        </p:nvSpPr>
        <p:spPr>
          <a:xfrm>
            <a:off x="1257300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1" name="Shape 29"/>
          <p:cNvSpPr/>
          <p:nvPr/>
        </p:nvSpPr>
        <p:spPr>
          <a:xfrm>
            <a:off x="1378458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2" name="Shape 30"/>
          <p:cNvSpPr/>
          <p:nvPr/>
        </p:nvSpPr>
        <p:spPr>
          <a:xfrm>
            <a:off x="1499616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3" name="Shape 31"/>
          <p:cNvSpPr/>
          <p:nvPr/>
        </p:nvSpPr>
        <p:spPr>
          <a:xfrm>
            <a:off x="1620774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1741932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5" name="Shape 33"/>
          <p:cNvSpPr/>
          <p:nvPr/>
        </p:nvSpPr>
        <p:spPr>
          <a:xfrm>
            <a:off x="1863090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6" name="Shape 34"/>
          <p:cNvSpPr/>
          <p:nvPr/>
        </p:nvSpPr>
        <p:spPr>
          <a:xfrm>
            <a:off x="2103120" y="4183380"/>
            <a:ext cx="146304" cy="2103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176272" y="4183380"/>
            <a:ext cx="0" cy="82296"/>
          </a:xfrm>
          <a:prstGeom prst="line">
            <a:avLst/>
          </a:prstGeom>
          <a:noFill/>
          <a:ln w="9525">
            <a:solidFill>
              <a:srgbClr val="8D99A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36976" y="3246120"/>
            <a:ext cx="1207008" cy="814730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39" name="Shape 37"/>
          <p:cNvSpPr/>
          <p:nvPr/>
        </p:nvSpPr>
        <p:spPr>
          <a:xfrm>
            <a:off x="3297326" y="3306470"/>
            <a:ext cx="1086307" cy="694030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40" name="Shape 38"/>
          <p:cNvSpPr/>
          <p:nvPr/>
        </p:nvSpPr>
        <p:spPr>
          <a:xfrm>
            <a:off x="4036015" y="3389754"/>
            <a:ext cx="208209" cy="208209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1" name="Shape 39"/>
          <p:cNvSpPr/>
          <p:nvPr/>
        </p:nvSpPr>
        <p:spPr>
          <a:xfrm>
            <a:off x="3405957" y="3514679"/>
            <a:ext cx="304166" cy="1388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3536314" y="3459157"/>
            <a:ext cx="238988" cy="1526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Shape 41"/>
          <p:cNvSpPr/>
          <p:nvPr/>
        </p:nvSpPr>
        <p:spPr>
          <a:xfrm>
            <a:off x="3297326" y="3847813"/>
            <a:ext cx="1086307" cy="152687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44" name="Shape 42"/>
          <p:cNvSpPr/>
          <p:nvPr/>
        </p:nvSpPr>
        <p:spPr>
          <a:xfrm>
            <a:off x="2985516" y="4070909"/>
            <a:ext cx="1709928" cy="130759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45" name="Shape 43"/>
          <p:cNvSpPr/>
          <p:nvPr/>
        </p:nvSpPr>
        <p:spPr>
          <a:xfrm>
            <a:off x="3639312" y="4070909"/>
            <a:ext cx="402336" cy="45263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/>
        </p:spPr>
      </p:sp>
      <p:sp>
        <p:nvSpPr>
          <p:cNvPr id="46" name="Shape 44"/>
          <p:cNvSpPr/>
          <p:nvPr/>
        </p:nvSpPr>
        <p:spPr>
          <a:xfrm>
            <a:off x="3136392" y="4201668"/>
            <a:ext cx="1408176" cy="35204"/>
          </a:xfrm>
          <a:prstGeom prst="roundRect">
            <a:avLst>
              <a:gd name="adj" fmla="val 42858"/>
            </a:avLst>
          </a:prstGeom>
          <a:solidFill>
            <a:srgbClr val="9AA3B5"/>
          </a:solidFill>
          <a:ln/>
        </p:spPr>
      </p:sp>
      <p:sp>
        <p:nvSpPr>
          <p:cNvPr id="47" name="Shape 45"/>
          <p:cNvSpPr/>
          <p:nvPr/>
        </p:nvSpPr>
        <p:spPr>
          <a:xfrm>
            <a:off x="5079492" y="3214116"/>
            <a:ext cx="1545336" cy="1069848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48" name="Shape 46"/>
          <p:cNvSpPr/>
          <p:nvPr/>
        </p:nvSpPr>
        <p:spPr>
          <a:xfrm>
            <a:off x="5168646" y="3303270"/>
            <a:ext cx="1367028" cy="891540"/>
          </a:xfrm>
          <a:prstGeom prst="rect">
            <a:avLst/>
          </a:prstGeom>
          <a:solidFill>
            <a:srgbClr val="E8F1FF"/>
          </a:solidFill>
          <a:ln/>
        </p:spPr>
      </p:sp>
      <p:sp>
        <p:nvSpPr>
          <p:cNvPr id="49" name="Shape 47"/>
          <p:cNvSpPr/>
          <p:nvPr/>
        </p:nvSpPr>
        <p:spPr>
          <a:xfrm>
            <a:off x="5269687" y="3392424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50" name="Shape 48"/>
          <p:cNvSpPr/>
          <p:nvPr/>
        </p:nvSpPr>
        <p:spPr>
          <a:xfrm>
            <a:off x="5590642" y="3392424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51" name="Shape 49"/>
          <p:cNvSpPr/>
          <p:nvPr/>
        </p:nvSpPr>
        <p:spPr>
          <a:xfrm>
            <a:off x="5911596" y="3392424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52" name="Shape 50"/>
          <p:cNvSpPr/>
          <p:nvPr/>
        </p:nvSpPr>
        <p:spPr>
          <a:xfrm>
            <a:off x="6232550" y="3392424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53" name="Shape 51"/>
          <p:cNvSpPr/>
          <p:nvPr/>
        </p:nvSpPr>
        <p:spPr>
          <a:xfrm>
            <a:off x="5269687" y="3719322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54" name="Shape 52"/>
          <p:cNvSpPr/>
          <p:nvPr/>
        </p:nvSpPr>
        <p:spPr>
          <a:xfrm>
            <a:off x="5590642" y="3719322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55" name="Shape 53"/>
          <p:cNvSpPr/>
          <p:nvPr/>
        </p:nvSpPr>
        <p:spPr>
          <a:xfrm>
            <a:off x="5911596" y="3719322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56" name="Shape 54"/>
          <p:cNvSpPr/>
          <p:nvPr/>
        </p:nvSpPr>
        <p:spPr>
          <a:xfrm>
            <a:off x="6232550" y="3719322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57" name="Shape 55"/>
          <p:cNvSpPr/>
          <p:nvPr/>
        </p:nvSpPr>
        <p:spPr>
          <a:xfrm>
            <a:off x="5852160" y="3796589"/>
            <a:ext cx="297180" cy="297180"/>
          </a:xfrm>
          <a:prstGeom prst="ellipse">
            <a:avLst/>
          </a:prstGeom>
          <a:solidFill>
            <a:srgbClr val="FFFFFF"/>
          </a:solidFill>
          <a:ln w="24765">
            <a:solidFill>
              <a:srgbClr val="FF6B6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941314" y="3885743"/>
            <a:ext cx="118872" cy="1188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9" name="Shape 57"/>
          <p:cNvSpPr/>
          <p:nvPr/>
        </p:nvSpPr>
        <p:spPr>
          <a:xfrm>
            <a:off x="6982587" y="3630168"/>
            <a:ext cx="1485900" cy="832104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60" name="Shape 58"/>
          <p:cNvSpPr/>
          <p:nvPr/>
        </p:nvSpPr>
        <p:spPr>
          <a:xfrm rot="19800000">
            <a:off x="6893433" y="3719322"/>
            <a:ext cx="475488" cy="225857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61" name="Shape 59"/>
          <p:cNvSpPr/>
          <p:nvPr/>
        </p:nvSpPr>
        <p:spPr>
          <a:xfrm>
            <a:off x="7458075" y="3035808"/>
            <a:ext cx="534924" cy="950976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62" name="Shape 60"/>
          <p:cNvSpPr/>
          <p:nvPr/>
        </p:nvSpPr>
        <p:spPr>
          <a:xfrm>
            <a:off x="7505624" y="3095244"/>
            <a:ext cx="439826" cy="56464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63" name="Shape 61"/>
          <p:cNvSpPr/>
          <p:nvPr/>
        </p:nvSpPr>
        <p:spPr>
          <a:xfrm>
            <a:off x="7725537" y="3142793"/>
            <a:ext cx="130759" cy="130759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4" name="Shape 62"/>
          <p:cNvSpPr/>
          <p:nvPr/>
        </p:nvSpPr>
        <p:spPr>
          <a:xfrm>
            <a:off x="7505624" y="3541014"/>
            <a:ext cx="439826" cy="118872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65" name="Shape 63"/>
          <p:cNvSpPr/>
          <p:nvPr/>
        </p:nvSpPr>
        <p:spPr>
          <a:xfrm>
            <a:off x="7547229" y="3749040"/>
            <a:ext cx="106985" cy="106985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6" name="Shape 64"/>
          <p:cNvSpPr/>
          <p:nvPr/>
        </p:nvSpPr>
        <p:spPr>
          <a:xfrm>
            <a:off x="7784973" y="3749040"/>
            <a:ext cx="106985" cy="106985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7" name="Shape 65"/>
          <p:cNvSpPr/>
          <p:nvPr/>
        </p:nvSpPr>
        <p:spPr>
          <a:xfrm>
            <a:off x="7992999" y="3214116"/>
            <a:ext cx="267462" cy="-166421"/>
          </a:xfrm>
          <a:prstGeom prst="line">
            <a:avLst/>
          </a:prstGeom>
          <a:noFill/>
          <a:ln w="16510">
            <a:solidFill>
              <a:srgbClr val="5C677D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Meet the 4 friends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023360" cy="1645920"/>
          </a:xfrm>
          <a:prstGeom prst="roundRect">
            <a:avLst>
              <a:gd name="adj" fmla="val 11111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2347265" y="1558138"/>
            <a:ext cx="288036" cy="748894"/>
          </a:xfrm>
          <a:prstGeom prst="roundRect">
            <a:avLst>
              <a:gd name="adj" fmla="val 10667"/>
            </a:avLst>
          </a:prstGeom>
          <a:solidFill>
            <a:srgbClr val="8D99AE"/>
          </a:solidFill>
          <a:ln/>
        </p:spPr>
      </p:sp>
      <p:sp>
        <p:nvSpPr>
          <p:cNvPr id="5" name="Shape 3"/>
          <p:cNvSpPr/>
          <p:nvPr/>
        </p:nvSpPr>
        <p:spPr>
          <a:xfrm>
            <a:off x="2431755" y="1634947"/>
            <a:ext cx="115214" cy="11521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Shape 4"/>
          <p:cNvSpPr/>
          <p:nvPr/>
        </p:nvSpPr>
        <p:spPr>
          <a:xfrm>
            <a:off x="2404872" y="1846174"/>
            <a:ext cx="172822" cy="26883"/>
          </a:xfrm>
          <a:prstGeom prst="roundRect">
            <a:avLst>
              <a:gd name="adj" fmla="val 28572"/>
            </a:avLst>
          </a:prstGeom>
          <a:solidFill>
            <a:srgbClr val="5C677D"/>
          </a:solidFill>
          <a:ln/>
        </p:spPr>
      </p:sp>
      <p:sp>
        <p:nvSpPr>
          <p:cNvPr id="7" name="Shape 5"/>
          <p:cNvSpPr/>
          <p:nvPr/>
        </p:nvSpPr>
        <p:spPr>
          <a:xfrm>
            <a:off x="2404872" y="1911462"/>
            <a:ext cx="172822" cy="26883"/>
          </a:xfrm>
          <a:prstGeom prst="roundRect">
            <a:avLst>
              <a:gd name="adj" fmla="val 28572"/>
            </a:avLst>
          </a:prstGeom>
          <a:solidFill>
            <a:srgbClr val="5C677D"/>
          </a:solidFill>
          <a:ln/>
        </p:spPr>
      </p:sp>
      <p:sp>
        <p:nvSpPr>
          <p:cNvPr id="8" name="Shape 6"/>
          <p:cNvSpPr/>
          <p:nvPr/>
        </p:nvSpPr>
        <p:spPr>
          <a:xfrm>
            <a:off x="1252728" y="1481328"/>
            <a:ext cx="998525" cy="691286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9" name="Shape 7"/>
          <p:cNvSpPr/>
          <p:nvPr/>
        </p:nvSpPr>
        <p:spPr>
          <a:xfrm>
            <a:off x="1298814" y="1527414"/>
            <a:ext cx="906353" cy="599115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0" name="Shape 8"/>
          <p:cNvSpPr/>
          <p:nvPr/>
        </p:nvSpPr>
        <p:spPr>
          <a:xfrm>
            <a:off x="1915134" y="1599308"/>
            <a:ext cx="179734" cy="17973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1" name="Shape 9"/>
          <p:cNvSpPr/>
          <p:nvPr/>
        </p:nvSpPr>
        <p:spPr>
          <a:xfrm>
            <a:off x="1389449" y="1707148"/>
            <a:ext cx="253779" cy="1198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498211" y="1659219"/>
            <a:ext cx="199398" cy="1318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8814" y="1994723"/>
            <a:ext cx="906353" cy="131805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4" name="Shape 12"/>
          <p:cNvSpPr/>
          <p:nvPr/>
        </p:nvSpPr>
        <p:spPr>
          <a:xfrm>
            <a:off x="1675181" y="2172614"/>
            <a:ext cx="153619" cy="134417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502359" y="2287829"/>
            <a:ext cx="499262" cy="61448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214323" y="2410724"/>
            <a:ext cx="883310" cy="211226"/>
          </a:xfrm>
          <a:prstGeom prst="roundRect">
            <a:avLst>
              <a:gd name="adj" fmla="val 14545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60409" y="244912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362182" y="244912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463954" y="244912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565727" y="244912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667500" y="244912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769273" y="244912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871045" y="244912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972818" y="244912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260409" y="252593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362182" y="252593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1463954" y="252593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1565727" y="252593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9" name="Shape 27"/>
          <p:cNvSpPr/>
          <p:nvPr/>
        </p:nvSpPr>
        <p:spPr>
          <a:xfrm>
            <a:off x="1667500" y="252593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0" name="Shape 28"/>
          <p:cNvSpPr/>
          <p:nvPr/>
        </p:nvSpPr>
        <p:spPr>
          <a:xfrm>
            <a:off x="1769273" y="252593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1" name="Shape 29"/>
          <p:cNvSpPr/>
          <p:nvPr/>
        </p:nvSpPr>
        <p:spPr>
          <a:xfrm>
            <a:off x="1871045" y="252593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2" name="Shape 30"/>
          <p:cNvSpPr/>
          <p:nvPr/>
        </p:nvSpPr>
        <p:spPr>
          <a:xfrm>
            <a:off x="1972818" y="252593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3" name="Shape 31"/>
          <p:cNvSpPr/>
          <p:nvPr/>
        </p:nvSpPr>
        <p:spPr>
          <a:xfrm>
            <a:off x="2174443" y="2422246"/>
            <a:ext cx="122895" cy="176662"/>
          </a:xfrm>
          <a:prstGeom prst="ellipse">
            <a:avLst/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235891" y="2422246"/>
            <a:ext cx="0" cy="69129"/>
          </a:xfrm>
          <a:prstGeom prst="line">
            <a:avLst/>
          </a:prstGeom>
          <a:noFill/>
          <a:ln w="9525">
            <a:solidFill>
              <a:srgbClr val="8D99AE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306324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PC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4663440" y="1234440"/>
            <a:ext cx="4023360" cy="1645920"/>
          </a:xfrm>
          <a:prstGeom prst="roundRect">
            <a:avLst>
              <a:gd name="adj" fmla="val 11111"/>
            </a:avLst>
          </a:prstGeom>
          <a:solidFill>
            <a:srgbClr val="DDF6EA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0" y="1600200"/>
            <a:ext cx="1097280" cy="740664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38" name="Shape 36"/>
          <p:cNvSpPr/>
          <p:nvPr/>
        </p:nvSpPr>
        <p:spPr>
          <a:xfrm>
            <a:off x="5541264" y="1655064"/>
            <a:ext cx="987552" cy="630936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39" name="Shape 37"/>
          <p:cNvSpPr/>
          <p:nvPr/>
        </p:nvSpPr>
        <p:spPr>
          <a:xfrm>
            <a:off x="6212799" y="1730776"/>
            <a:ext cx="189281" cy="189281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0" name="Shape 38"/>
          <p:cNvSpPr/>
          <p:nvPr/>
        </p:nvSpPr>
        <p:spPr>
          <a:xfrm>
            <a:off x="5640019" y="1844345"/>
            <a:ext cx="276515" cy="1261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5758525" y="1793870"/>
            <a:ext cx="217261" cy="1388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5541264" y="2147194"/>
            <a:ext cx="987552" cy="13880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43" name="Shape 41"/>
          <p:cNvSpPr/>
          <p:nvPr/>
        </p:nvSpPr>
        <p:spPr>
          <a:xfrm>
            <a:off x="5257800" y="2350008"/>
            <a:ext cx="1554480" cy="118872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5852160" y="2350008"/>
            <a:ext cx="365760" cy="41148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/>
        </p:spPr>
      </p:sp>
      <p:sp>
        <p:nvSpPr>
          <p:cNvPr id="45" name="Shape 43"/>
          <p:cNvSpPr/>
          <p:nvPr/>
        </p:nvSpPr>
        <p:spPr>
          <a:xfrm>
            <a:off x="5394960" y="2468880"/>
            <a:ext cx="1280160" cy="32004"/>
          </a:xfrm>
          <a:prstGeom prst="roundRect">
            <a:avLst>
              <a:gd name="adj" fmla="val 42857"/>
            </a:avLst>
          </a:prstGeom>
          <a:solidFill>
            <a:srgbClr val="9AA3B5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269480" y="16459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A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2200" dirty="0"/>
          </a:p>
        </p:txBody>
      </p:sp>
      <p:sp>
        <p:nvSpPr>
          <p:cNvPr id="47" name="Shape 45"/>
          <p:cNvSpPr/>
          <p:nvPr/>
        </p:nvSpPr>
        <p:spPr>
          <a:xfrm>
            <a:off x="457200" y="3063240"/>
            <a:ext cx="4023360" cy="1645920"/>
          </a:xfrm>
          <a:prstGeom prst="roundRect">
            <a:avLst>
              <a:gd name="adj" fmla="val 11111"/>
            </a:avLst>
          </a:prstGeom>
          <a:solidFill>
            <a:srgbClr val="ECE7FF"/>
          </a:solidFill>
          <a:ln/>
        </p:spPr>
      </p:sp>
      <p:sp>
        <p:nvSpPr>
          <p:cNvPr id="48" name="Shape 46"/>
          <p:cNvSpPr/>
          <p:nvPr/>
        </p:nvSpPr>
        <p:spPr>
          <a:xfrm>
            <a:off x="1115568" y="3392424"/>
            <a:ext cx="1426464" cy="987552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49" name="Shape 47"/>
          <p:cNvSpPr/>
          <p:nvPr/>
        </p:nvSpPr>
        <p:spPr>
          <a:xfrm>
            <a:off x="1197864" y="3474720"/>
            <a:ext cx="1261872" cy="822960"/>
          </a:xfrm>
          <a:prstGeom prst="rect">
            <a:avLst/>
          </a:prstGeom>
          <a:solidFill>
            <a:srgbClr val="E8F1FF"/>
          </a:solidFill>
          <a:ln/>
        </p:spPr>
      </p:sp>
      <p:sp>
        <p:nvSpPr>
          <p:cNvPr id="50" name="Shape 48"/>
          <p:cNvSpPr/>
          <p:nvPr/>
        </p:nvSpPr>
        <p:spPr>
          <a:xfrm>
            <a:off x="1291133" y="3557016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51" name="Shape 49"/>
          <p:cNvSpPr/>
          <p:nvPr/>
        </p:nvSpPr>
        <p:spPr>
          <a:xfrm>
            <a:off x="1587398" y="3557016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52" name="Shape 50"/>
          <p:cNvSpPr/>
          <p:nvPr/>
        </p:nvSpPr>
        <p:spPr>
          <a:xfrm>
            <a:off x="1883664" y="3557016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53" name="Shape 51"/>
          <p:cNvSpPr/>
          <p:nvPr/>
        </p:nvSpPr>
        <p:spPr>
          <a:xfrm>
            <a:off x="2179930" y="3557016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54" name="Shape 52"/>
          <p:cNvSpPr/>
          <p:nvPr/>
        </p:nvSpPr>
        <p:spPr>
          <a:xfrm>
            <a:off x="1291133" y="3858768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55" name="Shape 53"/>
          <p:cNvSpPr/>
          <p:nvPr/>
        </p:nvSpPr>
        <p:spPr>
          <a:xfrm>
            <a:off x="1587398" y="3858768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56" name="Shape 54"/>
          <p:cNvSpPr/>
          <p:nvPr/>
        </p:nvSpPr>
        <p:spPr>
          <a:xfrm>
            <a:off x="1883664" y="3858768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57" name="Shape 55"/>
          <p:cNvSpPr/>
          <p:nvPr/>
        </p:nvSpPr>
        <p:spPr>
          <a:xfrm>
            <a:off x="2179930" y="3858768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58" name="Shape 56"/>
          <p:cNvSpPr/>
          <p:nvPr/>
        </p:nvSpPr>
        <p:spPr>
          <a:xfrm>
            <a:off x="1828800" y="3930091"/>
            <a:ext cx="274320" cy="2743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FF6B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911096" y="4012387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3063240" y="3474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2200" dirty="0"/>
          </a:p>
        </p:txBody>
      </p:sp>
      <p:sp>
        <p:nvSpPr>
          <p:cNvPr id="61" name="Shape 59"/>
          <p:cNvSpPr/>
          <p:nvPr/>
        </p:nvSpPr>
        <p:spPr>
          <a:xfrm>
            <a:off x="4663440" y="3063240"/>
            <a:ext cx="4023360" cy="1645920"/>
          </a:xfrm>
          <a:prstGeom prst="roundRect">
            <a:avLst>
              <a:gd name="adj" fmla="val 11111"/>
            </a:avLst>
          </a:prstGeom>
          <a:solidFill>
            <a:srgbClr val="FFEBD0"/>
          </a:solidFill>
          <a:ln/>
        </p:spPr>
      </p:sp>
      <p:sp>
        <p:nvSpPr>
          <p:cNvPr id="62" name="Shape 60"/>
          <p:cNvSpPr/>
          <p:nvPr/>
        </p:nvSpPr>
        <p:spPr>
          <a:xfrm>
            <a:off x="5551551" y="3803904"/>
            <a:ext cx="1028700" cy="576072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63" name="Shape 61"/>
          <p:cNvSpPr/>
          <p:nvPr/>
        </p:nvSpPr>
        <p:spPr>
          <a:xfrm rot="19800000">
            <a:off x="5489829" y="3865626"/>
            <a:ext cx="329184" cy="156362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64" name="Shape 62"/>
          <p:cNvSpPr/>
          <p:nvPr/>
        </p:nvSpPr>
        <p:spPr>
          <a:xfrm>
            <a:off x="5880735" y="3392424"/>
            <a:ext cx="370332" cy="658368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65" name="Shape 63"/>
          <p:cNvSpPr/>
          <p:nvPr/>
        </p:nvSpPr>
        <p:spPr>
          <a:xfrm>
            <a:off x="5913653" y="3433572"/>
            <a:ext cx="304495" cy="390906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66" name="Shape 64"/>
          <p:cNvSpPr/>
          <p:nvPr/>
        </p:nvSpPr>
        <p:spPr>
          <a:xfrm>
            <a:off x="6065901" y="3466490"/>
            <a:ext cx="90526" cy="90526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7" name="Shape 65"/>
          <p:cNvSpPr/>
          <p:nvPr/>
        </p:nvSpPr>
        <p:spPr>
          <a:xfrm>
            <a:off x="5913653" y="3742182"/>
            <a:ext cx="304495" cy="8229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68" name="Shape 66"/>
          <p:cNvSpPr/>
          <p:nvPr/>
        </p:nvSpPr>
        <p:spPr>
          <a:xfrm>
            <a:off x="5942457" y="3886200"/>
            <a:ext cx="74066" cy="7406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9" name="Shape 67"/>
          <p:cNvSpPr/>
          <p:nvPr/>
        </p:nvSpPr>
        <p:spPr>
          <a:xfrm>
            <a:off x="6107049" y="3886200"/>
            <a:ext cx="74066" cy="74066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0" name="Shape 68"/>
          <p:cNvSpPr/>
          <p:nvPr/>
        </p:nvSpPr>
        <p:spPr>
          <a:xfrm>
            <a:off x="6251067" y="3515868"/>
            <a:ext cx="185166" cy="-115214"/>
          </a:xfrm>
          <a:prstGeom prst="line">
            <a:avLst/>
          </a:prstGeom>
          <a:noFill/>
          <a:ln w="15240">
            <a:solidFill>
              <a:srgbClr val="5C677D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269480" y="34747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Palmtop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Desktop PC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3870198" y="1796796"/>
            <a:ext cx="651510" cy="1693926"/>
          </a:xfrm>
          <a:prstGeom prst="roundRect">
            <a:avLst>
              <a:gd name="adj" fmla="val 10667"/>
            </a:avLst>
          </a:prstGeom>
          <a:solidFill>
            <a:srgbClr val="8D99AE"/>
          </a:solidFill>
          <a:ln/>
        </p:spPr>
      </p:sp>
      <p:sp>
        <p:nvSpPr>
          <p:cNvPr id="5" name="Shape 3"/>
          <p:cNvSpPr/>
          <p:nvPr/>
        </p:nvSpPr>
        <p:spPr>
          <a:xfrm>
            <a:off x="4061308" y="1970532"/>
            <a:ext cx="260604" cy="26060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Shape 4"/>
          <p:cNvSpPr/>
          <p:nvPr/>
        </p:nvSpPr>
        <p:spPr>
          <a:xfrm>
            <a:off x="4000500" y="2448306"/>
            <a:ext cx="390906" cy="60808"/>
          </a:xfrm>
          <a:prstGeom prst="roundRect">
            <a:avLst>
              <a:gd name="adj" fmla="val 28571"/>
            </a:avLst>
          </a:prstGeom>
          <a:solidFill>
            <a:srgbClr val="5C677D"/>
          </a:solidFill>
          <a:ln/>
        </p:spPr>
      </p:sp>
      <p:sp>
        <p:nvSpPr>
          <p:cNvPr id="7" name="Shape 5"/>
          <p:cNvSpPr/>
          <p:nvPr/>
        </p:nvSpPr>
        <p:spPr>
          <a:xfrm>
            <a:off x="4000500" y="2595982"/>
            <a:ext cx="390906" cy="60808"/>
          </a:xfrm>
          <a:prstGeom prst="roundRect">
            <a:avLst>
              <a:gd name="adj" fmla="val 28571"/>
            </a:avLst>
          </a:prstGeom>
          <a:solidFill>
            <a:srgbClr val="5C677D"/>
          </a:solidFill>
          <a:ln/>
        </p:spPr>
      </p:sp>
      <p:sp>
        <p:nvSpPr>
          <p:cNvPr id="8" name="Shape 6"/>
          <p:cNvSpPr/>
          <p:nvPr/>
        </p:nvSpPr>
        <p:spPr>
          <a:xfrm>
            <a:off x="1394460" y="1623060"/>
            <a:ext cx="2258568" cy="1563624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9" name="Shape 7"/>
          <p:cNvSpPr/>
          <p:nvPr/>
        </p:nvSpPr>
        <p:spPr>
          <a:xfrm>
            <a:off x="1498702" y="1727302"/>
            <a:ext cx="2050085" cy="1355141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0" name="Shape 8"/>
          <p:cNvSpPr/>
          <p:nvPr/>
        </p:nvSpPr>
        <p:spPr>
          <a:xfrm>
            <a:off x="2892759" y="1889918"/>
            <a:ext cx="406542" cy="40654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1" name="Shape 9"/>
          <p:cNvSpPr/>
          <p:nvPr/>
        </p:nvSpPr>
        <p:spPr>
          <a:xfrm>
            <a:off x="1703710" y="2133844"/>
            <a:ext cx="574024" cy="2710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9720" y="2025433"/>
            <a:ext cx="451019" cy="29813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498702" y="2784311"/>
            <a:ext cx="2050085" cy="298131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4" name="Shape 12"/>
          <p:cNvSpPr/>
          <p:nvPr/>
        </p:nvSpPr>
        <p:spPr>
          <a:xfrm>
            <a:off x="2350008" y="3186684"/>
            <a:ext cx="347472" cy="304038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959102" y="3447288"/>
            <a:ext cx="1129284" cy="138989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307592" y="3725266"/>
            <a:ext cx="1997964" cy="477774"/>
          </a:xfrm>
          <a:prstGeom prst="roundRect">
            <a:avLst>
              <a:gd name="adj" fmla="val 14545"/>
            </a:avLst>
          </a:prstGeom>
          <a:solidFill>
            <a:srgbClr val="EDF2F4"/>
          </a:solidFill>
          <a:ln w="18097">
            <a:solidFill>
              <a:srgbClr val="8D99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11834" y="3812134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2034" y="3812134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872234" y="3812134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2102434" y="3812134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2332634" y="3812134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2" name="Shape 20"/>
          <p:cNvSpPr/>
          <p:nvPr/>
        </p:nvSpPr>
        <p:spPr>
          <a:xfrm>
            <a:off x="2562835" y="3812134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3" name="Shape 21"/>
          <p:cNvSpPr/>
          <p:nvPr/>
        </p:nvSpPr>
        <p:spPr>
          <a:xfrm>
            <a:off x="2793035" y="3812134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3023235" y="3812134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411834" y="3985870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642034" y="3985870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1872234" y="3985870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2102434" y="3985870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9" name="Shape 27"/>
          <p:cNvSpPr/>
          <p:nvPr/>
        </p:nvSpPr>
        <p:spPr>
          <a:xfrm>
            <a:off x="2332634" y="3985870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0" name="Shape 28"/>
          <p:cNvSpPr/>
          <p:nvPr/>
        </p:nvSpPr>
        <p:spPr>
          <a:xfrm>
            <a:off x="2562835" y="3985870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1" name="Shape 29"/>
          <p:cNvSpPr/>
          <p:nvPr/>
        </p:nvSpPr>
        <p:spPr>
          <a:xfrm>
            <a:off x="2793035" y="3985870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2" name="Shape 30"/>
          <p:cNvSpPr/>
          <p:nvPr/>
        </p:nvSpPr>
        <p:spPr>
          <a:xfrm>
            <a:off x="3023235" y="3985870"/>
            <a:ext cx="173736" cy="112928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3" name="Shape 31"/>
          <p:cNvSpPr/>
          <p:nvPr/>
        </p:nvSpPr>
        <p:spPr>
          <a:xfrm>
            <a:off x="3479292" y="3751326"/>
            <a:ext cx="277978" cy="399593"/>
          </a:xfrm>
          <a:prstGeom prst="ellipse">
            <a:avLst/>
          </a:prstGeom>
          <a:solidFill>
            <a:srgbClr val="FFFFFF"/>
          </a:solidFill>
          <a:ln w="18097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618281" y="3751326"/>
            <a:ext cx="0" cy="156362"/>
          </a:xfrm>
          <a:prstGeom prst="line">
            <a:avLst/>
          </a:prstGeom>
          <a:noFill/>
          <a:ln w="18097">
            <a:solidFill>
              <a:srgbClr val="8D99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37" name="Text 35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 screen</a:t>
            </a:r>
            <a:endParaRPr lang="en-US" sz="2000" dirty="0"/>
          </a:p>
        </p:txBody>
      </p:sp>
      <p:sp>
        <p:nvSpPr>
          <p:cNvPr id="38" name="Shape 36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39" name="Text 37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0" name="Text 38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and mouse</a:t>
            </a:r>
            <a:endParaRPr lang="en-US" sz="2000" dirty="0"/>
          </a:p>
        </p:txBody>
      </p:sp>
      <p:sp>
        <p:nvSpPr>
          <p:cNvPr id="41" name="Shape 39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3EEFF"/>
          </a:solidFill>
          <a:ln/>
        </p:spPr>
      </p:sp>
      <p:sp>
        <p:nvSpPr>
          <p:cNvPr id="42" name="Text 40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3" name="Text 41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Stays on a desk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needs a plug to work!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Laptop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DDF6EA"/>
          </a:solidFill>
          <a:ln/>
        </p:spPr>
      </p:sp>
      <p:sp>
        <p:nvSpPr>
          <p:cNvPr id="4" name="Shape 2"/>
          <p:cNvSpPr/>
          <p:nvPr/>
        </p:nvSpPr>
        <p:spPr>
          <a:xfrm>
            <a:off x="1490472" y="1920240"/>
            <a:ext cx="2414016" cy="1629461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1611173" y="2040941"/>
            <a:ext cx="2172614" cy="1388059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6" name="Shape 4"/>
          <p:cNvSpPr/>
          <p:nvPr/>
        </p:nvSpPr>
        <p:spPr>
          <a:xfrm>
            <a:off x="3088551" y="2207508"/>
            <a:ext cx="416418" cy="416418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7" name="Shape 5"/>
          <p:cNvSpPr/>
          <p:nvPr/>
        </p:nvSpPr>
        <p:spPr>
          <a:xfrm>
            <a:off x="1828434" y="2457359"/>
            <a:ext cx="608332" cy="27761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2089148" y="2346314"/>
            <a:ext cx="477975" cy="30537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611173" y="3123627"/>
            <a:ext cx="2172614" cy="305373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0" name="Shape 8"/>
          <p:cNvSpPr/>
          <p:nvPr/>
        </p:nvSpPr>
        <p:spPr>
          <a:xfrm>
            <a:off x="987552" y="3569818"/>
            <a:ext cx="3419856" cy="261518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11" name="Shape 9"/>
          <p:cNvSpPr/>
          <p:nvPr/>
        </p:nvSpPr>
        <p:spPr>
          <a:xfrm>
            <a:off x="2295144" y="3569818"/>
            <a:ext cx="804672" cy="90526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/>
        </p:spPr>
      </p:sp>
      <p:sp>
        <p:nvSpPr>
          <p:cNvPr id="12" name="Shape 10"/>
          <p:cNvSpPr/>
          <p:nvPr/>
        </p:nvSpPr>
        <p:spPr>
          <a:xfrm>
            <a:off x="1289304" y="3831336"/>
            <a:ext cx="2816352" cy="70409"/>
          </a:xfrm>
          <a:prstGeom prst="roundRect">
            <a:avLst>
              <a:gd name="adj" fmla="val 42857"/>
            </a:avLst>
          </a:prstGeom>
          <a:solidFill>
            <a:srgbClr val="9AA3B5"/>
          </a:solidFill>
          <a:ln/>
        </p:spPr>
      </p:sp>
      <p:sp>
        <p:nvSpPr>
          <p:cNvPr id="13" name="Shape 11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DDF6EA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folds shut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DDF6EA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Keys and touchpad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DDF6EA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a battery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Take it to school or home!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Tablet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ECE7FF"/>
          </a:solidFill>
          <a:ln/>
        </p:spPr>
      </p:sp>
      <p:sp>
        <p:nvSpPr>
          <p:cNvPr id="4" name="Shape 2"/>
          <p:cNvSpPr/>
          <p:nvPr/>
        </p:nvSpPr>
        <p:spPr>
          <a:xfrm>
            <a:off x="1092708" y="1815084"/>
            <a:ext cx="3209544" cy="2221992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5" name="Shape 3"/>
          <p:cNvSpPr/>
          <p:nvPr/>
        </p:nvSpPr>
        <p:spPr>
          <a:xfrm>
            <a:off x="1277874" y="2000250"/>
            <a:ext cx="2839212" cy="1851660"/>
          </a:xfrm>
          <a:prstGeom prst="rect">
            <a:avLst/>
          </a:prstGeom>
          <a:solidFill>
            <a:srgbClr val="E8F1FF"/>
          </a:solidFill>
          <a:ln/>
        </p:spPr>
      </p:sp>
      <p:sp>
        <p:nvSpPr>
          <p:cNvPr id="6" name="Shape 4"/>
          <p:cNvSpPr/>
          <p:nvPr/>
        </p:nvSpPr>
        <p:spPr>
          <a:xfrm>
            <a:off x="1487729" y="2185416"/>
            <a:ext cx="518465" cy="518465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2154326" y="2185416"/>
            <a:ext cx="518465" cy="518465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8" name="Shape 6"/>
          <p:cNvSpPr/>
          <p:nvPr/>
        </p:nvSpPr>
        <p:spPr>
          <a:xfrm>
            <a:off x="2820924" y="2185416"/>
            <a:ext cx="518465" cy="518465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9" name="Shape 7"/>
          <p:cNvSpPr/>
          <p:nvPr/>
        </p:nvSpPr>
        <p:spPr>
          <a:xfrm>
            <a:off x="3487522" y="2185416"/>
            <a:ext cx="518465" cy="518465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10" name="Shape 8"/>
          <p:cNvSpPr/>
          <p:nvPr/>
        </p:nvSpPr>
        <p:spPr>
          <a:xfrm>
            <a:off x="1487729" y="2864358"/>
            <a:ext cx="518465" cy="518465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11" name="Shape 9"/>
          <p:cNvSpPr/>
          <p:nvPr/>
        </p:nvSpPr>
        <p:spPr>
          <a:xfrm>
            <a:off x="2154326" y="2864358"/>
            <a:ext cx="518465" cy="518465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12" name="Shape 10"/>
          <p:cNvSpPr/>
          <p:nvPr/>
        </p:nvSpPr>
        <p:spPr>
          <a:xfrm>
            <a:off x="2820924" y="2864358"/>
            <a:ext cx="518465" cy="518465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13" name="Shape 11"/>
          <p:cNvSpPr/>
          <p:nvPr/>
        </p:nvSpPr>
        <p:spPr>
          <a:xfrm>
            <a:off x="3487522" y="2864358"/>
            <a:ext cx="518465" cy="518465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14" name="Shape 12"/>
          <p:cNvSpPr/>
          <p:nvPr/>
        </p:nvSpPr>
        <p:spPr>
          <a:xfrm>
            <a:off x="2697480" y="3024835"/>
            <a:ext cx="617220" cy="617220"/>
          </a:xfrm>
          <a:prstGeom prst="ellipse">
            <a:avLst/>
          </a:prstGeom>
          <a:solidFill>
            <a:srgbClr val="FFFFFF"/>
          </a:solidFill>
          <a:ln w="51435">
            <a:solidFill>
              <a:srgbClr val="FF6B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882646" y="3210001"/>
            <a:ext cx="246888" cy="24688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6" name="Shape 14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CE7FF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Touch the screen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CE7FF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keyboard needed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ECE7FF"/>
          </a:solidFill>
          <a:ln/>
        </p:spPr>
      </p:sp>
      <p:sp>
        <p:nvSpPr>
          <p:cNvPr id="23" name="Text 21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and thin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Swipe, tap and draw!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Palmtop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80560" cy="3383280"/>
          </a:xfrm>
          <a:prstGeom prst="roundRect">
            <a:avLst>
              <a:gd name="adj" fmla="val 6757"/>
            </a:avLst>
          </a:prstGeom>
          <a:solidFill>
            <a:srgbClr val="FFEBD0"/>
          </a:solidFill>
          <a:ln/>
        </p:spPr>
      </p:sp>
      <p:sp>
        <p:nvSpPr>
          <p:cNvPr id="4" name="Shape 2"/>
          <p:cNvSpPr/>
          <p:nvPr/>
        </p:nvSpPr>
        <p:spPr>
          <a:xfrm>
            <a:off x="1354455" y="2697480"/>
            <a:ext cx="2857500" cy="1600200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5" name="Shape 3"/>
          <p:cNvSpPr/>
          <p:nvPr/>
        </p:nvSpPr>
        <p:spPr>
          <a:xfrm rot="19800000">
            <a:off x="1183005" y="2868930"/>
            <a:ext cx="914400" cy="434340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6" name="Shape 4"/>
          <p:cNvSpPr/>
          <p:nvPr/>
        </p:nvSpPr>
        <p:spPr>
          <a:xfrm>
            <a:off x="2268855" y="1554480"/>
            <a:ext cx="1028700" cy="1828800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7" name="Shape 5"/>
          <p:cNvSpPr/>
          <p:nvPr/>
        </p:nvSpPr>
        <p:spPr>
          <a:xfrm>
            <a:off x="2360295" y="1668780"/>
            <a:ext cx="845820" cy="1085850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8" name="Shape 6"/>
          <p:cNvSpPr/>
          <p:nvPr/>
        </p:nvSpPr>
        <p:spPr>
          <a:xfrm>
            <a:off x="2783205" y="1760220"/>
            <a:ext cx="251460" cy="2514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9" name="Shape 7"/>
          <p:cNvSpPr/>
          <p:nvPr/>
        </p:nvSpPr>
        <p:spPr>
          <a:xfrm>
            <a:off x="2360295" y="2526030"/>
            <a:ext cx="845820" cy="22860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0" name="Shape 8"/>
          <p:cNvSpPr/>
          <p:nvPr/>
        </p:nvSpPr>
        <p:spPr>
          <a:xfrm>
            <a:off x="2440305" y="2926080"/>
            <a:ext cx="205740" cy="20574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1" name="Shape 9"/>
          <p:cNvSpPr/>
          <p:nvPr/>
        </p:nvSpPr>
        <p:spPr>
          <a:xfrm>
            <a:off x="2897505" y="2926080"/>
            <a:ext cx="205740" cy="20574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7555" y="1897380"/>
            <a:ext cx="514350" cy="-320040"/>
          </a:xfrm>
          <a:prstGeom prst="line">
            <a:avLst/>
          </a:prstGeom>
          <a:noFill/>
          <a:ln w="31750">
            <a:solidFill>
              <a:srgbClr val="5C677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57800" y="123444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FFEBD0"/>
          </a:solidFill>
          <a:ln/>
        </p:spPr>
      </p:sp>
      <p:sp>
        <p:nvSpPr>
          <p:cNvPr id="14" name="Text 12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FF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12344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Fits in your hand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257800" y="210312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FFEBD0"/>
          </a:solidFill>
          <a:ln/>
        </p:spPr>
      </p:sp>
      <p:sp>
        <p:nvSpPr>
          <p:cNvPr id="17" name="Text 15"/>
          <p:cNvSpPr/>
          <p:nvPr/>
        </p:nvSpPr>
        <p:spPr>
          <a:xfrm>
            <a:off x="5349240" y="2194560"/>
            <a:ext cx="548640" cy="548640"/>
          </a:xfrm>
          <a:prstGeom prst="ellipse">
            <a:avLst/>
          </a:prstGeom>
          <a:solidFill>
            <a:srgbClr val="FF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35040" y="210312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screen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257800" y="2971800"/>
            <a:ext cx="3429000" cy="731520"/>
          </a:xfrm>
          <a:prstGeom prst="roundRect">
            <a:avLst>
              <a:gd name="adj" fmla="val 50000"/>
            </a:avLst>
          </a:prstGeom>
          <a:solidFill>
            <a:srgbClr val="FFEBD0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3063240"/>
            <a:ext cx="548640" cy="548640"/>
          </a:xfrm>
          <a:prstGeom prst="ellipse">
            <a:avLst/>
          </a:prstGeom>
          <a:solidFill>
            <a:srgbClr val="FF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9718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Pocket size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257800" y="3840480"/>
            <a:ext cx="3429000" cy="777240"/>
          </a:xfrm>
          <a:prstGeom prst="roundRect">
            <a:avLst>
              <a:gd name="adj" fmla="val 23529"/>
            </a:avLst>
          </a:prstGeom>
          <a:solidFill>
            <a:srgbClr val="FFD16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394960" y="384048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smallest of all!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Big to small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548640"/>
          </a:xfrm>
          <a:prstGeom prst="rightArrow">
            <a:avLst/>
          </a:prstGeom>
          <a:solidFill>
            <a:srgbClr val="FFD16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11887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504542" y="2390242"/>
            <a:ext cx="425196" cy="1105510"/>
          </a:xfrm>
          <a:prstGeom prst="roundRect">
            <a:avLst>
              <a:gd name="adj" fmla="val 10667"/>
            </a:avLst>
          </a:prstGeom>
          <a:solidFill>
            <a:srgbClr val="8D99AE"/>
          </a:solidFill>
          <a:ln/>
        </p:spPr>
      </p:sp>
      <p:sp>
        <p:nvSpPr>
          <p:cNvPr id="7" name="Shape 5"/>
          <p:cNvSpPr/>
          <p:nvPr/>
        </p:nvSpPr>
        <p:spPr>
          <a:xfrm>
            <a:off x="2629266" y="2503627"/>
            <a:ext cx="170078" cy="170078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8" name="Shape 6"/>
          <p:cNvSpPr/>
          <p:nvPr/>
        </p:nvSpPr>
        <p:spPr>
          <a:xfrm>
            <a:off x="2589581" y="2815438"/>
            <a:ext cx="255118" cy="39685"/>
          </a:xfrm>
          <a:prstGeom prst="roundRect">
            <a:avLst>
              <a:gd name="adj" fmla="val 28571"/>
            </a:avLst>
          </a:prstGeom>
          <a:solidFill>
            <a:srgbClr val="5C677D"/>
          </a:solidFill>
          <a:ln/>
        </p:spPr>
      </p:sp>
      <p:sp>
        <p:nvSpPr>
          <p:cNvPr id="9" name="Shape 7"/>
          <p:cNvSpPr/>
          <p:nvPr/>
        </p:nvSpPr>
        <p:spPr>
          <a:xfrm>
            <a:off x="2589581" y="2911815"/>
            <a:ext cx="255118" cy="39685"/>
          </a:xfrm>
          <a:prstGeom prst="roundRect">
            <a:avLst>
              <a:gd name="adj" fmla="val 28571"/>
            </a:avLst>
          </a:prstGeom>
          <a:solidFill>
            <a:srgbClr val="5C677D"/>
          </a:solidFill>
          <a:ln/>
        </p:spPr>
      </p:sp>
      <p:sp>
        <p:nvSpPr>
          <p:cNvPr id="10" name="Shape 8"/>
          <p:cNvSpPr/>
          <p:nvPr/>
        </p:nvSpPr>
        <p:spPr>
          <a:xfrm>
            <a:off x="888797" y="2276856"/>
            <a:ext cx="1474013" cy="1020470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11" name="Shape 9"/>
          <p:cNvSpPr/>
          <p:nvPr/>
        </p:nvSpPr>
        <p:spPr>
          <a:xfrm>
            <a:off x="956828" y="2344887"/>
            <a:ext cx="1337950" cy="884408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866634" y="2451016"/>
            <a:ext cx="265322" cy="265322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3" name="Shape 11"/>
          <p:cNvSpPr/>
          <p:nvPr/>
        </p:nvSpPr>
        <p:spPr>
          <a:xfrm>
            <a:off x="1090623" y="2610210"/>
            <a:ext cx="374626" cy="176882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251177" y="2539457"/>
            <a:ext cx="294349" cy="19457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956828" y="3034725"/>
            <a:ext cx="1337950" cy="19457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6" name="Shape 14"/>
          <p:cNvSpPr/>
          <p:nvPr/>
        </p:nvSpPr>
        <p:spPr>
          <a:xfrm>
            <a:off x="1512418" y="3297326"/>
            <a:ext cx="226771" cy="198425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7" name="Shape 15"/>
          <p:cNvSpPr/>
          <p:nvPr/>
        </p:nvSpPr>
        <p:spPr>
          <a:xfrm>
            <a:off x="1257300" y="3467405"/>
            <a:ext cx="737006" cy="90708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832104" y="3648822"/>
            <a:ext cx="1303934" cy="311810"/>
          </a:xfrm>
          <a:prstGeom prst="roundRect">
            <a:avLst>
              <a:gd name="adj" fmla="val 14545"/>
            </a:avLst>
          </a:prstGeom>
          <a:solidFill>
            <a:srgbClr val="EDF2F4"/>
          </a:solidFill>
          <a:ln w="11811">
            <a:solidFill>
              <a:srgbClr val="8D99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135" y="3705515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050371" y="3705515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00607" y="3705515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50843" y="3705515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501079" y="3705515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651315" y="3705515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801551" y="3705515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951787" y="3705515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900135" y="3818900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1050371" y="3818900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9" name="Shape 27"/>
          <p:cNvSpPr/>
          <p:nvPr/>
        </p:nvSpPr>
        <p:spPr>
          <a:xfrm>
            <a:off x="1200607" y="3818900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50843" y="3818900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1" name="Shape 29"/>
          <p:cNvSpPr/>
          <p:nvPr/>
        </p:nvSpPr>
        <p:spPr>
          <a:xfrm>
            <a:off x="1501079" y="3818900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2" name="Shape 30"/>
          <p:cNvSpPr/>
          <p:nvPr/>
        </p:nvSpPr>
        <p:spPr>
          <a:xfrm>
            <a:off x="1651315" y="3818900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01551" y="3818900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1951787" y="3818900"/>
            <a:ext cx="113386" cy="73701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5" name="Shape 33"/>
          <p:cNvSpPr/>
          <p:nvPr/>
        </p:nvSpPr>
        <p:spPr>
          <a:xfrm>
            <a:off x="2249424" y="3665830"/>
            <a:ext cx="181417" cy="260787"/>
          </a:xfrm>
          <a:prstGeom prst="ellipse">
            <a:avLst/>
          </a:prstGeom>
          <a:solidFill>
            <a:srgbClr val="FFFFFF"/>
          </a:solidFill>
          <a:ln w="11811">
            <a:solidFill>
              <a:srgbClr val="8D99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340132" y="3665830"/>
            <a:ext cx="0" cy="102047"/>
          </a:xfrm>
          <a:prstGeom prst="line">
            <a:avLst/>
          </a:prstGeom>
          <a:noFill/>
          <a:ln w="11811">
            <a:solidFill>
              <a:srgbClr val="8D99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863340" y="2971800"/>
            <a:ext cx="1207008" cy="814730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38" name="Shape 36"/>
          <p:cNvSpPr/>
          <p:nvPr/>
        </p:nvSpPr>
        <p:spPr>
          <a:xfrm>
            <a:off x="3923690" y="3032150"/>
            <a:ext cx="1086307" cy="694030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39" name="Shape 37"/>
          <p:cNvSpPr/>
          <p:nvPr/>
        </p:nvSpPr>
        <p:spPr>
          <a:xfrm>
            <a:off x="4662379" y="3115434"/>
            <a:ext cx="208209" cy="208209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0" name="Shape 38"/>
          <p:cNvSpPr/>
          <p:nvPr/>
        </p:nvSpPr>
        <p:spPr>
          <a:xfrm>
            <a:off x="4032321" y="3240359"/>
            <a:ext cx="304166" cy="1388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4162678" y="3184837"/>
            <a:ext cx="238988" cy="1526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3923690" y="3573493"/>
            <a:ext cx="1086307" cy="152687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43" name="Shape 41"/>
          <p:cNvSpPr/>
          <p:nvPr/>
        </p:nvSpPr>
        <p:spPr>
          <a:xfrm>
            <a:off x="3611880" y="3796589"/>
            <a:ext cx="1709928" cy="130759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4265676" y="3796589"/>
            <a:ext cx="402336" cy="45263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/>
        </p:spPr>
      </p:sp>
      <p:sp>
        <p:nvSpPr>
          <p:cNvPr id="45" name="Shape 43"/>
          <p:cNvSpPr/>
          <p:nvPr/>
        </p:nvSpPr>
        <p:spPr>
          <a:xfrm>
            <a:off x="3762756" y="3927348"/>
            <a:ext cx="1408176" cy="35204"/>
          </a:xfrm>
          <a:prstGeom prst="roundRect">
            <a:avLst>
              <a:gd name="adj" fmla="val 42858"/>
            </a:avLst>
          </a:prstGeom>
          <a:solidFill>
            <a:srgbClr val="9AA3B5"/>
          </a:solidFill>
          <a:ln/>
        </p:spPr>
      </p:sp>
      <p:sp>
        <p:nvSpPr>
          <p:cNvPr id="46" name="Shape 44"/>
          <p:cNvSpPr/>
          <p:nvPr/>
        </p:nvSpPr>
        <p:spPr>
          <a:xfrm>
            <a:off x="5852160" y="3236976"/>
            <a:ext cx="1069848" cy="740664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47" name="Shape 45"/>
          <p:cNvSpPr/>
          <p:nvPr/>
        </p:nvSpPr>
        <p:spPr>
          <a:xfrm>
            <a:off x="5913882" y="3298698"/>
            <a:ext cx="946404" cy="617220"/>
          </a:xfrm>
          <a:prstGeom prst="rect">
            <a:avLst/>
          </a:prstGeom>
          <a:solidFill>
            <a:srgbClr val="E8F1FF"/>
          </a:solidFill>
          <a:ln/>
        </p:spPr>
      </p:sp>
      <p:sp>
        <p:nvSpPr>
          <p:cNvPr id="48" name="Shape 46"/>
          <p:cNvSpPr/>
          <p:nvPr/>
        </p:nvSpPr>
        <p:spPr>
          <a:xfrm>
            <a:off x="5983834" y="3360420"/>
            <a:ext cx="172822" cy="172822"/>
          </a:xfrm>
          <a:prstGeom prst="roundRect">
            <a:avLst>
              <a:gd name="adj" fmla="val 23809"/>
            </a:avLst>
          </a:prstGeom>
          <a:solidFill>
            <a:srgbClr val="FF6B6B"/>
          </a:solidFill>
          <a:ln/>
        </p:spPr>
      </p:sp>
      <p:sp>
        <p:nvSpPr>
          <p:cNvPr id="49" name="Shape 47"/>
          <p:cNvSpPr/>
          <p:nvPr/>
        </p:nvSpPr>
        <p:spPr>
          <a:xfrm>
            <a:off x="6206033" y="3360420"/>
            <a:ext cx="172822" cy="172822"/>
          </a:xfrm>
          <a:prstGeom prst="roundRect">
            <a:avLst>
              <a:gd name="adj" fmla="val 23809"/>
            </a:avLst>
          </a:prstGeom>
          <a:solidFill>
            <a:srgbClr val="FFD16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28232" y="3360420"/>
            <a:ext cx="172822" cy="172822"/>
          </a:xfrm>
          <a:prstGeom prst="roundRect">
            <a:avLst>
              <a:gd name="adj" fmla="val 23809"/>
            </a:avLst>
          </a:prstGeom>
          <a:solidFill>
            <a:srgbClr val="3DDC97"/>
          </a:solidFill>
          <a:ln/>
        </p:spPr>
      </p:sp>
      <p:sp>
        <p:nvSpPr>
          <p:cNvPr id="51" name="Shape 49"/>
          <p:cNvSpPr/>
          <p:nvPr/>
        </p:nvSpPr>
        <p:spPr>
          <a:xfrm>
            <a:off x="6650431" y="3360420"/>
            <a:ext cx="172822" cy="172822"/>
          </a:xfrm>
          <a:prstGeom prst="roundRect">
            <a:avLst>
              <a:gd name="adj" fmla="val 23809"/>
            </a:avLst>
          </a:prstGeom>
          <a:solidFill>
            <a:srgbClr val="7B5CFF"/>
          </a:solidFill>
          <a:ln/>
        </p:spPr>
      </p:sp>
      <p:sp>
        <p:nvSpPr>
          <p:cNvPr id="52" name="Shape 50"/>
          <p:cNvSpPr/>
          <p:nvPr/>
        </p:nvSpPr>
        <p:spPr>
          <a:xfrm>
            <a:off x="5983834" y="3586734"/>
            <a:ext cx="172822" cy="172822"/>
          </a:xfrm>
          <a:prstGeom prst="roundRect">
            <a:avLst>
              <a:gd name="adj" fmla="val 23809"/>
            </a:avLst>
          </a:prstGeom>
          <a:solidFill>
            <a:srgbClr val="3DDC97"/>
          </a:solidFill>
          <a:ln/>
        </p:spPr>
      </p:sp>
      <p:sp>
        <p:nvSpPr>
          <p:cNvPr id="53" name="Shape 51"/>
          <p:cNvSpPr/>
          <p:nvPr/>
        </p:nvSpPr>
        <p:spPr>
          <a:xfrm>
            <a:off x="6206033" y="3586734"/>
            <a:ext cx="172822" cy="172822"/>
          </a:xfrm>
          <a:prstGeom prst="roundRect">
            <a:avLst>
              <a:gd name="adj" fmla="val 23809"/>
            </a:avLst>
          </a:prstGeom>
          <a:solidFill>
            <a:srgbClr val="7B5CFF"/>
          </a:solidFill>
          <a:ln/>
        </p:spPr>
      </p:sp>
      <p:sp>
        <p:nvSpPr>
          <p:cNvPr id="54" name="Shape 52"/>
          <p:cNvSpPr/>
          <p:nvPr/>
        </p:nvSpPr>
        <p:spPr>
          <a:xfrm>
            <a:off x="6428232" y="3586734"/>
            <a:ext cx="172822" cy="172822"/>
          </a:xfrm>
          <a:prstGeom prst="roundRect">
            <a:avLst>
              <a:gd name="adj" fmla="val 23809"/>
            </a:avLst>
          </a:prstGeom>
          <a:solidFill>
            <a:srgbClr val="FF6B6B"/>
          </a:solidFill>
          <a:ln/>
        </p:spPr>
      </p:sp>
      <p:sp>
        <p:nvSpPr>
          <p:cNvPr id="55" name="Shape 53"/>
          <p:cNvSpPr/>
          <p:nvPr/>
        </p:nvSpPr>
        <p:spPr>
          <a:xfrm>
            <a:off x="6650431" y="3586734"/>
            <a:ext cx="172822" cy="172822"/>
          </a:xfrm>
          <a:prstGeom prst="roundRect">
            <a:avLst>
              <a:gd name="adj" fmla="val 23809"/>
            </a:avLst>
          </a:prstGeom>
          <a:solidFill>
            <a:srgbClr val="FFD166"/>
          </a:solidFill>
          <a:ln/>
        </p:spPr>
      </p:sp>
      <p:sp>
        <p:nvSpPr>
          <p:cNvPr id="56" name="Shape 54"/>
          <p:cNvSpPr/>
          <p:nvPr/>
        </p:nvSpPr>
        <p:spPr>
          <a:xfrm>
            <a:off x="6387084" y="3640226"/>
            <a:ext cx="205740" cy="2057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48806" y="3701948"/>
            <a:ext cx="82296" cy="82296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8" name="Shape 56"/>
          <p:cNvSpPr/>
          <p:nvPr/>
        </p:nvSpPr>
        <p:spPr>
          <a:xfrm>
            <a:off x="7415784" y="3465576"/>
            <a:ext cx="914400" cy="512064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59" name="Shape 57"/>
          <p:cNvSpPr/>
          <p:nvPr/>
        </p:nvSpPr>
        <p:spPr>
          <a:xfrm rot="19800000">
            <a:off x="7360920" y="3520440"/>
            <a:ext cx="292608" cy="138989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60" name="Shape 58"/>
          <p:cNvSpPr/>
          <p:nvPr/>
        </p:nvSpPr>
        <p:spPr>
          <a:xfrm>
            <a:off x="7708392" y="3099816"/>
            <a:ext cx="329184" cy="585216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61" name="Shape 59"/>
          <p:cNvSpPr/>
          <p:nvPr/>
        </p:nvSpPr>
        <p:spPr>
          <a:xfrm>
            <a:off x="7737653" y="3136392"/>
            <a:ext cx="270662" cy="34747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62" name="Shape 60"/>
          <p:cNvSpPr/>
          <p:nvPr/>
        </p:nvSpPr>
        <p:spPr>
          <a:xfrm>
            <a:off x="7872984" y="3165653"/>
            <a:ext cx="80467" cy="80467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3" name="Shape 61"/>
          <p:cNvSpPr/>
          <p:nvPr/>
        </p:nvSpPr>
        <p:spPr>
          <a:xfrm>
            <a:off x="7737653" y="3410712"/>
            <a:ext cx="270662" cy="73152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64" name="Shape 62"/>
          <p:cNvSpPr/>
          <p:nvPr/>
        </p:nvSpPr>
        <p:spPr>
          <a:xfrm>
            <a:off x="7763256" y="3538728"/>
            <a:ext cx="65837" cy="65837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5" name="Shape 63"/>
          <p:cNvSpPr/>
          <p:nvPr/>
        </p:nvSpPr>
        <p:spPr>
          <a:xfrm>
            <a:off x="7909560" y="3538728"/>
            <a:ext cx="65837" cy="65837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6" name="Shape 64"/>
          <p:cNvSpPr/>
          <p:nvPr/>
        </p:nvSpPr>
        <p:spPr>
          <a:xfrm>
            <a:off x="8037576" y="3209544"/>
            <a:ext cx="164592" cy="-102413"/>
          </a:xfrm>
          <a:prstGeom prst="line">
            <a:avLst/>
          </a:prstGeom>
          <a:noFill/>
          <a:ln w="15240">
            <a:solidFill>
              <a:srgbClr val="5C677D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411480" y="41148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A8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Desktop PC</a:t>
            </a:r>
            <a:endParaRPr lang="en-US" sz="1800" dirty="0"/>
          </a:p>
        </p:txBody>
      </p:sp>
      <p:sp>
        <p:nvSpPr>
          <p:cNvPr id="68" name="Text 66"/>
          <p:cNvSpPr txBox="1"/>
          <p:nvPr/>
        </p:nvSpPr>
        <p:spPr>
          <a:xfrm>
            <a:off x="3429000" y="41148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A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Laptop</a:t>
            </a:r>
            <a:endParaRPr lang="en-US" sz="1800" dirty="0"/>
          </a:p>
        </p:txBody>
      </p:sp>
      <p:sp>
        <p:nvSpPr>
          <p:cNvPr id="69" name="Text 67"/>
          <p:cNvSpPr txBox="1"/>
          <p:nvPr/>
        </p:nvSpPr>
        <p:spPr>
          <a:xfrm>
            <a:off x="566928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B5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Tablet</a:t>
            </a:r>
            <a:endParaRPr lang="en-US" sz="1800" dirty="0"/>
          </a:p>
        </p:txBody>
      </p:sp>
      <p:sp>
        <p:nvSpPr>
          <p:cNvPr id="70" name="Text 68"/>
          <p:cNvSpPr txBox="1"/>
          <p:nvPr/>
        </p:nvSpPr>
        <p:spPr>
          <a:xfrm>
            <a:off x="7178040" y="41148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35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Palmtop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B2A6B"/>
                </a:solidFill>
              </a:rPr>
              <a:t>Match the computer!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920240" cy="1463040"/>
          </a:xfrm>
          <a:prstGeom prst="roundRect">
            <a:avLst>
              <a:gd name="adj" fmla="val 11250"/>
            </a:avLst>
          </a:prstGeom>
          <a:solidFill>
            <a:srgbClr val="E3EEFF"/>
          </a:solidFill>
          <a:ln/>
        </p:spPr>
      </p:sp>
      <p:sp>
        <p:nvSpPr>
          <p:cNvPr id="4" name="Shape 2"/>
          <p:cNvSpPr/>
          <p:nvPr/>
        </p:nvSpPr>
        <p:spPr>
          <a:xfrm>
            <a:off x="1935785" y="1512418"/>
            <a:ext cx="288036" cy="748894"/>
          </a:xfrm>
          <a:prstGeom prst="roundRect">
            <a:avLst>
              <a:gd name="adj" fmla="val 10667"/>
            </a:avLst>
          </a:prstGeom>
          <a:solidFill>
            <a:srgbClr val="8D99AE"/>
          </a:solidFill>
          <a:ln/>
        </p:spPr>
      </p:sp>
      <p:sp>
        <p:nvSpPr>
          <p:cNvPr id="5" name="Shape 3"/>
          <p:cNvSpPr/>
          <p:nvPr/>
        </p:nvSpPr>
        <p:spPr>
          <a:xfrm>
            <a:off x="2020275" y="1589227"/>
            <a:ext cx="115214" cy="115214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" name="Shape 4"/>
          <p:cNvSpPr/>
          <p:nvPr/>
        </p:nvSpPr>
        <p:spPr>
          <a:xfrm>
            <a:off x="1993392" y="1800454"/>
            <a:ext cx="172822" cy="26883"/>
          </a:xfrm>
          <a:prstGeom prst="roundRect">
            <a:avLst>
              <a:gd name="adj" fmla="val 28572"/>
            </a:avLst>
          </a:prstGeom>
          <a:solidFill>
            <a:srgbClr val="5C677D"/>
          </a:solidFill>
          <a:ln/>
        </p:spPr>
      </p:sp>
      <p:sp>
        <p:nvSpPr>
          <p:cNvPr id="7" name="Shape 5"/>
          <p:cNvSpPr/>
          <p:nvPr/>
        </p:nvSpPr>
        <p:spPr>
          <a:xfrm>
            <a:off x="1993392" y="1865742"/>
            <a:ext cx="172822" cy="26883"/>
          </a:xfrm>
          <a:prstGeom prst="roundRect">
            <a:avLst>
              <a:gd name="adj" fmla="val 28572"/>
            </a:avLst>
          </a:prstGeom>
          <a:solidFill>
            <a:srgbClr val="5C677D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1435608"/>
            <a:ext cx="998525" cy="691286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9" name="Shape 7"/>
          <p:cNvSpPr/>
          <p:nvPr/>
        </p:nvSpPr>
        <p:spPr>
          <a:xfrm>
            <a:off x="887334" y="1481694"/>
            <a:ext cx="906353" cy="599115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0" name="Shape 8"/>
          <p:cNvSpPr/>
          <p:nvPr/>
        </p:nvSpPr>
        <p:spPr>
          <a:xfrm>
            <a:off x="1503654" y="1553588"/>
            <a:ext cx="179734" cy="179734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1" name="Shape 9"/>
          <p:cNvSpPr/>
          <p:nvPr/>
        </p:nvSpPr>
        <p:spPr>
          <a:xfrm>
            <a:off x="977969" y="1661428"/>
            <a:ext cx="253779" cy="11982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1086731" y="1613499"/>
            <a:ext cx="199398" cy="131805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887334" y="1949003"/>
            <a:ext cx="906353" cy="131805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4" name="Shape 12"/>
          <p:cNvSpPr/>
          <p:nvPr/>
        </p:nvSpPr>
        <p:spPr>
          <a:xfrm>
            <a:off x="1263701" y="2126894"/>
            <a:ext cx="153619" cy="134417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90879" y="2242109"/>
            <a:ext cx="499262" cy="61448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802843" y="2365004"/>
            <a:ext cx="883310" cy="211226"/>
          </a:xfrm>
          <a:prstGeom prst="roundRect">
            <a:avLst>
              <a:gd name="adj" fmla="val 14545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8929" y="240340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18" name="Shape 16"/>
          <p:cNvSpPr/>
          <p:nvPr/>
        </p:nvSpPr>
        <p:spPr>
          <a:xfrm>
            <a:off x="950702" y="240340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052474" y="240340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154247" y="240340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256020" y="240340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357793" y="240340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459565" y="240340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561338" y="240340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848929" y="248021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950702" y="248021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1052474" y="248021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1154247" y="248021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9" name="Shape 27"/>
          <p:cNvSpPr/>
          <p:nvPr/>
        </p:nvSpPr>
        <p:spPr>
          <a:xfrm>
            <a:off x="1256020" y="248021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0" name="Shape 28"/>
          <p:cNvSpPr/>
          <p:nvPr/>
        </p:nvSpPr>
        <p:spPr>
          <a:xfrm>
            <a:off x="1357793" y="248021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1" name="Shape 29"/>
          <p:cNvSpPr/>
          <p:nvPr/>
        </p:nvSpPr>
        <p:spPr>
          <a:xfrm>
            <a:off x="1459565" y="248021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2" name="Shape 30"/>
          <p:cNvSpPr/>
          <p:nvPr/>
        </p:nvSpPr>
        <p:spPr>
          <a:xfrm>
            <a:off x="1561338" y="2480219"/>
            <a:ext cx="76810" cy="4992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3" name="Shape 31"/>
          <p:cNvSpPr/>
          <p:nvPr/>
        </p:nvSpPr>
        <p:spPr>
          <a:xfrm>
            <a:off x="1762963" y="2376526"/>
            <a:ext cx="122895" cy="176662"/>
          </a:xfrm>
          <a:prstGeom prst="ellipse">
            <a:avLst/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824411" y="2376526"/>
            <a:ext cx="0" cy="69129"/>
          </a:xfrm>
          <a:prstGeom prst="line">
            <a:avLst/>
          </a:prstGeom>
          <a:noFill/>
          <a:ln w="9525">
            <a:solidFill>
              <a:srgbClr val="8D99A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1280160"/>
            <a:ext cx="457200" cy="457200"/>
          </a:xfrm>
          <a:prstGeom prst="ellipse">
            <a:avLst/>
          </a:prstGeom>
          <a:solidFill>
            <a:srgbClr val="3A86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2560320" y="1188720"/>
            <a:ext cx="1920240" cy="1463040"/>
          </a:xfrm>
          <a:prstGeom prst="roundRect">
            <a:avLst>
              <a:gd name="adj" fmla="val 11250"/>
            </a:avLst>
          </a:prstGeom>
          <a:solidFill>
            <a:srgbClr val="DDF6EA"/>
          </a:solidFill>
          <a:ln/>
        </p:spPr>
      </p:sp>
      <p:sp>
        <p:nvSpPr>
          <p:cNvPr id="37" name="Shape 35"/>
          <p:cNvSpPr/>
          <p:nvPr/>
        </p:nvSpPr>
        <p:spPr>
          <a:xfrm>
            <a:off x="2971800" y="1554480"/>
            <a:ext cx="1097280" cy="740664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38" name="Shape 36"/>
          <p:cNvSpPr/>
          <p:nvPr/>
        </p:nvSpPr>
        <p:spPr>
          <a:xfrm>
            <a:off x="3026664" y="1609344"/>
            <a:ext cx="987552" cy="630936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39" name="Shape 37"/>
          <p:cNvSpPr/>
          <p:nvPr/>
        </p:nvSpPr>
        <p:spPr>
          <a:xfrm>
            <a:off x="3698199" y="1685056"/>
            <a:ext cx="189281" cy="189281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40" name="Shape 38"/>
          <p:cNvSpPr/>
          <p:nvPr/>
        </p:nvSpPr>
        <p:spPr>
          <a:xfrm>
            <a:off x="3125419" y="1798625"/>
            <a:ext cx="276515" cy="1261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243925" y="1748150"/>
            <a:ext cx="217261" cy="1388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Shape 40"/>
          <p:cNvSpPr/>
          <p:nvPr/>
        </p:nvSpPr>
        <p:spPr>
          <a:xfrm>
            <a:off x="3026664" y="2101474"/>
            <a:ext cx="987552" cy="138806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43" name="Shape 41"/>
          <p:cNvSpPr/>
          <p:nvPr/>
        </p:nvSpPr>
        <p:spPr>
          <a:xfrm>
            <a:off x="2743200" y="2304288"/>
            <a:ext cx="1554480" cy="118872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44" name="Shape 42"/>
          <p:cNvSpPr/>
          <p:nvPr/>
        </p:nvSpPr>
        <p:spPr>
          <a:xfrm>
            <a:off x="3337560" y="2304288"/>
            <a:ext cx="365760" cy="41148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/>
        </p:spPr>
      </p:sp>
      <p:sp>
        <p:nvSpPr>
          <p:cNvPr id="45" name="Shape 43"/>
          <p:cNvSpPr/>
          <p:nvPr/>
        </p:nvSpPr>
        <p:spPr>
          <a:xfrm>
            <a:off x="2880360" y="2423160"/>
            <a:ext cx="1280160" cy="32004"/>
          </a:xfrm>
          <a:prstGeom prst="roundRect">
            <a:avLst>
              <a:gd name="adj" fmla="val 42857"/>
            </a:avLst>
          </a:prstGeom>
          <a:solidFill>
            <a:srgbClr val="9AA3B5"/>
          </a:solidFill>
          <a:ln/>
        </p:spPr>
      </p:sp>
      <p:sp>
        <p:nvSpPr>
          <p:cNvPr id="46" name="Text 44"/>
          <p:cNvSpPr/>
          <p:nvPr/>
        </p:nvSpPr>
        <p:spPr>
          <a:xfrm>
            <a:off x="2651760" y="1280160"/>
            <a:ext cx="457200" cy="457200"/>
          </a:xfrm>
          <a:prstGeom prst="ellipse">
            <a:avLst/>
          </a:prstGeom>
          <a:solidFill>
            <a:srgbClr val="1FAA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4663440" y="1188720"/>
            <a:ext cx="1920240" cy="1463040"/>
          </a:xfrm>
          <a:prstGeom prst="roundRect">
            <a:avLst>
              <a:gd name="adj" fmla="val 11250"/>
            </a:avLst>
          </a:prstGeom>
          <a:solidFill>
            <a:srgbClr val="ECE7FF"/>
          </a:solidFill>
          <a:ln/>
        </p:spPr>
      </p:sp>
      <p:sp>
        <p:nvSpPr>
          <p:cNvPr id="48" name="Shape 46"/>
          <p:cNvSpPr/>
          <p:nvPr/>
        </p:nvSpPr>
        <p:spPr>
          <a:xfrm>
            <a:off x="4910328" y="1517904"/>
            <a:ext cx="1426464" cy="987552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49" name="Shape 47"/>
          <p:cNvSpPr/>
          <p:nvPr/>
        </p:nvSpPr>
        <p:spPr>
          <a:xfrm>
            <a:off x="4992624" y="1600200"/>
            <a:ext cx="1261872" cy="822960"/>
          </a:xfrm>
          <a:prstGeom prst="rect">
            <a:avLst/>
          </a:prstGeom>
          <a:solidFill>
            <a:srgbClr val="E8F1FF"/>
          </a:solidFill>
          <a:ln/>
        </p:spPr>
      </p:sp>
      <p:sp>
        <p:nvSpPr>
          <p:cNvPr id="50" name="Shape 48"/>
          <p:cNvSpPr/>
          <p:nvPr/>
        </p:nvSpPr>
        <p:spPr>
          <a:xfrm>
            <a:off x="5085893" y="1682496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51" name="Shape 49"/>
          <p:cNvSpPr/>
          <p:nvPr/>
        </p:nvSpPr>
        <p:spPr>
          <a:xfrm>
            <a:off x="5382158" y="1682496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52" name="Shape 50"/>
          <p:cNvSpPr/>
          <p:nvPr/>
        </p:nvSpPr>
        <p:spPr>
          <a:xfrm>
            <a:off x="5678424" y="1682496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53" name="Shape 51"/>
          <p:cNvSpPr/>
          <p:nvPr/>
        </p:nvSpPr>
        <p:spPr>
          <a:xfrm>
            <a:off x="5974690" y="1682496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54" name="Shape 52"/>
          <p:cNvSpPr/>
          <p:nvPr/>
        </p:nvSpPr>
        <p:spPr>
          <a:xfrm>
            <a:off x="5085893" y="1984248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55" name="Shape 53"/>
          <p:cNvSpPr/>
          <p:nvPr/>
        </p:nvSpPr>
        <p:spPr>
          <a:xfrm>
            <a:off x="5382158" y="1984248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56" name="Shape 54"/>
          <p:cNvSpPr/>
          <p:nvPr/>
        </p:nvSpPr>
        <p:spPr>
          <a:xfrm>
            <a:off x="5678424" y="1984248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57" name="Shape 55"/>
          <p:cNvSpPr/>
          <p:nvPr/>
        </p:nvSpPr>
        <p:spPr>
          <a:xfrm>
            <a:off x="5974690" y="1984248"/>
            <a:ext cx="230429" cy="230429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58" name="Shape 56"/>
          <p:cNvSpPr/>
          <p:nvPr/>
        </p:nvSpPr>
        <p:spPr>
          <a:xfrm>
            <a:off x="5623560" y="2055571"/>
            <a:ext cx="274320" cy="274320"/>
          </a:xfrm>
          <a:prstGeom prst="ellipse">
            <a:avLst/>
          </a:prstGeom>
          <a:solidFill>
            <a:srgbClr val="FFFFFF"/>
          </a:solidFill>
          <a:ln w="22860">
            <a:solidFill>
              <a:srgbClr val="FF6B6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5705856" y="2137867"/>
            <a:ext cx="109728" cy="109728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0" y="1280160"/>
            <a:ext cx="457200" cy="457200"/>
          </a:xfrm>
          <a:prstGeom prst="ellipse">
            <a:avLst/>
          </a:prstGeom>
          <a:solidFill>
            <a:srgbClr val="7B5C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6766560" y="1188720"/>
            <a:ext cx="1920240" cy="1463040"/>
          </a:xfrm>
          <a:prstGeom prst="roundRect">
            <a:avLst>
              <a:gd name="adj" fmla="val 11250"/>
            </a:avLst>
          </a:prstGeom>
          <a:solidFill>
            <a:srgbClr val="FFEBD0"/>
          </a:solidFill>
          <a:ln/>
        </p:spPr>
      </p:sp>
      <p:sp>
        <p:nvSpPr>
          <p:cNvPr id="62" name="Shape 60"/>
          <p:cNvSpPr/>
          <p:nvPr/>
        </p:nvSpPr>
        <p:spPr>
          <a:xfrm>
            <a:off x="7275424" y="1934870"/>
            <a:ext cx="960120" cy="537667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63" name="Shape 61"/>
          <p:cNvSpPr/>
          <p:nvPr/>
        </p:nvSpPr>
        <p:spPr>
          <a:xfrm rot="19800000">
            <a:off x="7217816" y="1992478"/>
            <a:ext cx="307238" cy="145938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64" name="Shape 62"/>
          <p:cNvSpPr/>
          <p:nvPr/>
        </p:nvSpPr>
        <p:spPr>
          <a:xfrm>
            <a:off x="7582662" y="1550822"/>
            <a:ext cx="345643" cy="614477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65" name="Shape 63"/>
          <p:cNvSpPr/>
          <p:nvPr/>
        </p:nvSpPr>
        <p:spPr>
          <a:xfrm>
            <a:off x="7613386" y="1589227"/>
            <a:ext cx="284196" cy="364846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66" name="Shape 64"/>
          <p:cNvSpPr/>
          <p:nvPr/>
        </p:nvSpPr>
        <p:spPr>
          <a:xfrm>
            <a:off x="7755484" y="1619951"/>
            <a:ext cx="84491" cy="84491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7" name="Shape 65"/>
          <p:cNvSpPr/>
          <p:nvPr/>
        </p:nvSpPr>
        <p:spPr>
          <a:xfrm>
            <a:off x="7613386" y="1877263"/>
            <a:ext cx="284196" cy="76810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68" name="Shape 66"/>
          <p:cNvSpPr/>
          <p:nvPr/>
        </p:nvSpPr>
        <p:spPr>
          <a:xfrm>
            <a:off x="7640269" y="2011680"/>
            <a:ext cx="69129" cy="69129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9" name="Shape 67"/>
          <p:cNvSpPr/>
          <p:nvPr/>
        </p:nvSpPr>
        <p:spPr>
          <a:xfrm>
            <a:off x="7793888" y="2011680"/>
            <a:ext cx="69129" cy="69129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0" name="Shape 68"/>
          <p:cNvSpPr/>
          <p:nvPr/>
        </p:nvSpPr>
        <p:spPr>
          <a:xfrm>
            <a:off x="7928305" y="1666037"/>
            <a:ext cx="172822" cy="-107533"/>
          </a:xfrm>
          <a:prstGeom prst="line">
            <a:avLst/>
          </a:prstGeom>
          <a:noFill/>
          <a:ln w="15240">
            <a:solidFill>
              <a:srgbClr val="5C677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858000" y="1280160"/>
            <a:ext cx="457200" cy="457200"/>
          </a:xfrm>
          <a:prstGeom prst="ellipse">
            <a:avLst/>
          </a:prstGeom>
          <a:solidFill>
            <a:srgbClr val="FF8A0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457200" y="2926080"/>
            <a:ext cx="1920240" cy="1691640"/>
          </a:xfrm>
          <a:prstGeom prst="roundRect">
            <a:avLst>
              <a:gd name="adj" fmla="val 9730"/>
            </a:avLst>
          </a:prstGeom>
          <a:solidFill>
            <a:srgbClr val="FFF4D1"/>
          </a:solidFill>
          <a:ln/>
        </p:spPr>
      </p:sp>
      <p:sp>
        <p:nvSpPr>
          <p:cNvPr id="73" name="Text 71"/>
          <p:cNvSpPr/>
          <p:nvPr/>
        </p:nvSpPr>
        <p:spPr>
          <a:xfrm>
            <a:off x="548640" y="301752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4" name="Text 72"/>
          <p:cNvSpPr txBox="1"/>
          <p:nvPr/>
        </p:nvSpPr>
        <p:spPr>
          <a:xfrm>
            <a:off x="594360" y="35204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fit in your hand!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2560320" y="2926080"/>
            <a:ext cx="1920240" cy="1691640"/>
          </a:xfrm>
          <a:prstGeom prst="roundRect">
            <a:avLst>
              <a:gd name="adj" fmla="val 9730"/>
            </a:avLst>
          </a:prstGeom>
          <a:solidFill>
            <a:srgbClr val="FFF4D1"/>
          </a:solidFill>
          <a:ln/>
        </p:spPr>
      </p:sp>
      <p:sp>
        <p:nvSpPr>
          <p:cNvPr id="76" name="Text 74"/>
          <p:cNvSpPr/>
          <p:nvPr/>
        </p:nvSpPr>
        <p:spPr>
          <a:xfrm>
            <a:off x="2651760" y="301752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77" name="Text 75"/>
          <p:cNvSpPr txBox="1"/>
          <p:nvPr/>
        </p:nvSpPr>
        <p:spPr>
          <a:xfrm>
            <a:off x="2697480" y="35204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sit on a desk and have a tower.</a:t>
            </a:r>
            <a:endParaRPr lang="en-US" sz="1600" dirty="0"/>
          </a:p>
        </p:txBody>
      </p:sp>
      <p:sp>
        <p:nvSpPr>
          <p:cNvPr id="78" name="Shape 76"/>
          <p:cNvSpPr/>
          <p:nvPr/>
        </p:nvSpPr>
        <p:spPr>
          <a:xfrm>
            <a:off x="4663440" y="2926080"/>
            <a:ext cx="1920240" cy="1691640"/>
          </a:xfrm>
          <a:prstGeom prst="roundRect">
            <a:avLst>
              <a:gd name="adj" fmla="val 9730"/>
            </a:avLst>
          </a:prstGeom>
          <a:solidFill>
            <a:srgbClr val="FFF4D1"/>
          </a:solidFill>
          <a:ln/>
        </p:spPr>
      </p:sp>
      <p:sp>
        <p:nvSpPr>
          <p:cNvPr id="79" name="Text 77"/>
          <p:cNvSpPr/>
          <p:nvPr/>
        </p:nvSpPr>
        <p:spPr>
          <a:xfrm>
            <a:off x="4754880" y="301752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80" name="Text 78"/>
          <p:cNvSpPr txBox="1"/>
          <p:nvPr/>
        </p:nvSpPr>
        <p:spPr>
          <a:xfrm>
            <a:off x="4800600" y="35204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have a touch screen.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766560" y="2926080"/>
            <a:ext cx="1920240" cy="1691640"/>
          </a:xfrm>
          <a:prstGeom prst="roundRect">
            <a:avLst>
              <a:gd name="adj" fmla="val 9730"/>
            </a:avLst>
          </a:prstGeom>
          <a:solidFill>
            <a:srgbClr val="FFF4D1"/>
          </a:solidFill>
          <a:ln/>
        </p:spPr>
      </p:sp>
      <p:sp>
        <p:nvSpPr>
          <p:cNvPr id="82" name="Text 80"/>
          <p:cNvSpPr/>
          <p:nvPr/>
        </p:nvSpPr>
        <p:spPr>
          <a:xfrm>
            <a:off x="6858000" y="3017520"/>
            <a:ext cx="457200" cy="457200"/>
          </a:xfrm>
          <a:prstGeom prst="ellipse">
            <a:avLst/>
          </a:prstGeom>
          <a:solidFill>
            <a:srgbClr val="FF6B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83" name="Text 81"/>
          <p:cNvSpPr txBox="1"/>
          <p:nvPr/>
        </p:nvSpPr>
        <p:spPr>
          <a:xfrm>
            <a:off x="6903720" y="35204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fold shut and have a battery.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5486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Great job!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783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D166"/>
                </a:solidFill>
              </a:rPr>
              <a:t>Desktop  •  Laptop  •  Tablet  •  Palmtop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589520" y="320040"/>
            <a:ext cx="822960" cy="82296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5" name="Shape 3"/>
          <p:cNvSpPr/>
          <p:nvPr/>
        </p:nvSpPr>
        <p:spPr>
          <a:xfrm>
            <a:off x="2308860" y="3154680"/>
            <a:ext cx="342900" cy="891540"/>
          </a:xfrm>
          <a:prstGeom prst="roundRect">
            <a:avLst>
              <a:gd name="adj" fmla="val 10667"/>
            </a:avLst>
          </a:prstGeom>
          <a:solidFill>
            <a:srgbClr val="8D99AE"/>
          </a:solidFill>
          <a:ln/>
        </p:spPr>
      </p:sp>
      <p:sp>
        <p:nvSpPr>
          <p:cNvPr id="6" name="Shape 4"/>
          <p:cNvSpPr/>
          <p:nvPr/>
        </p:nvSpPr>
        <p:spPr>
          <a:xfrm>
            <a:off x="2409444" y="3246120"/>
            <a:ext cx="137160" cy="137160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7" name="Shape 5"/>
          <p:cNvSpPr/>
          <p:nvPr/>
        </p:nvSpPr>
        <p:spPr>
          <a:xfrm>
            <a:off x="2377440" y="3497580"/>
            <a:ext cx="205740" cy="32004"/>
          </a:xfrm>
          <a:prstGeom prst="roundRect">
            <a:avLst>
              <a:gd name="adj" fmla="val 28571"/>
            </a:avLst>
          </a:prstGeom>
          <a:solidFill>
            <a:srgbClr val="5C677D"/>
          </a:solidFill>
          <a:ln/>
        </p:spPr>
      </p:sp>
      <p:sp>
        <p:nvSpPr>
          <p:cNvPr id="8" name="Shape 6"/>
          <p:cNvSpPr/>
          <p:nvPr/>
        </p:nvSpPr>
        <p:spPr>
          <a:xfrm>
            <a:off x="2377440" y="3575304"/>
            <a:ext cx="205740" cy="32004"/>
          </a:xfrm>
          <a:prstGeom prst="roundRect">
            <a:avLst>
              <a:gd name="adj" fmla="val 28571"/>
            </a:avLst>
          </a:prstGeom>
          <a:solidFill>
            <a:srgbClr val="5C677D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3063240"/>
            <a:ext cx="1188720" cy="822960"/>
          </a:xfrm>
          <a:prstGeom prst="roundRect">
            <a:avLst>
              <a:gd name="adj" fmla="val 5556"/>
            </a:avLst>
          </a:prstGeom>
          <a:solidFill>
            <a:srgbClr val="2B2D42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3118104"/>
            <a:ext cx="1078992" cy="71323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11" name="Shape 9"/>
          <p:cNvSpPr/>
          <p:nvPr/>
        </p:nvSpPr>
        <p:spPr>
          <a:xfrm>
            <a:off x="1794419" y="3203692"/>
            <a:ext cx="213970" cy="213970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12" name="Shape 10"/>
          <p:cNvSpPr/>
          <p:nvPr/>
        </p:nvSpPr>
        <p:spPr>
          <a:xfrm>
            <a:off x="1168603" y="3332074"/>
            <a:ext cx="302118" cy="14264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298082" y="3275015"/>
            <a:ext cx="237378" cy="156911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704" y="3674425"/>
            <a:ext cx="1078992" cy="156911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15" name="Shape 13"/>
          <p:cNvSpPr/>
          <p:nvPr/>
        </p:nvSpPr>
        <p:spPr>
          <a:xfrm>
            <a:off x="1508760" y="3886200"/>
            <a:ext cx="182880" cy="160020"/>
          </a:xfrm>
          <a:prstGeom prst="rect">
            <a:avLst/>
          </a:prstGeom>
          <a:solidFill>
            <a:srgbClr val="8D99AE"/>
          </a:solidFill>
          <a:ln/>
        </p:spPr>
      </p:sp>
      <p:sp>
        <p:nvSpPr>
          <p:cNvPr id="16" name="Shape 14"/>
          <p:cNvSpPr/>
          <p:nvPr/>
        </p:nvSpPr>
        <p:spPr>
          <a:xfrm>
            <a:off x="1303020" y="4023360"/>
            <a:ext cx="594360" cy="73152"/>
          </a:xfrm>
          <a:prstGeom prst="roundRect">
            <a:avLst>
              <a:gd name="adj" fmla="val 37500"/>
            </a:avLst>
          </a:prstGeom>
          <a:solidFill>
            <a:srgbClr val="8D99AE"/>
          </a:solidFill>
          <a:ln/>
        </p:spPr>
      </p:sp>
      <p:sp>
        <p:nvSpPr>
          <p:cNvPr id="17" name="Shape 15"/>
          <p:cNvSpPr/>
          <p:nvPr/>
        </p:nvSpPr>
        <p:spPr>
          <a:xfrm>
            <a:off x="960120" y="4169664"/>
            <a:ext cx="1051560" cy="251460"/>
          </a:xfrm>
          <a:prstGeom prst="roundRect">
            <a:avLst>
              <a:gd name="adj" fmla="val 14545"/>
            </a:avLst>
          </a:prstGeom>
          <a:solidFill>
            <a:srgbClr val="EDF2F4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4984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19" name="Shape 17"/>
          <p:cNvSpPr/>
          <p:nvPr/>
        </p:nvSpPr>
        <p:spPr>
          <a:xfrm>
            <a:off x="1136142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0" name="Shape 18"/>
          <p:cNvSpPr/>
          <p:nvPr/>
        </p:nvSpPr>
        <p:spPr>
          <a:xfrm>
            <a:off x="1257300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1" name="Shape 19"/>
          <p:cNvSpPr/>
          <p:nvPr/>
        </p:nvSpPr>
        <p:spPr>
          <a:xfrm>
            <a:off x="1378458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2" name="Shape 20"/>
          <p:cNvSpPr/>
          <p:nvPr/>
        </p:nvSpPr>
        <p:spPr>
          <a:xfrm>
            <a:off x="1499616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3" name="Shape 21"/>
          <p:cNvSpPr/>
          <p:nvPr/>
        </p:nvSpPr>
        <p:spPr>
          <a:xfrm>
            <a:off x="1620774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4" name="Shape 22"/>
          <p:cNvSpPr/>
          <p:nvPr/>
        </p:nvSpPr>
        <p:spPr>
          <a:xfrm>
            <a:off x="1741932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5" name="Shape 23"/>
          <p:cNvSpPr/>
          <p:nvPr/>
        </p:nvSpPr>
        <p:spPr>
          <a:xfrm>
            <a:off x="1863090" y="421538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4984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7" name="Shape 25"/>
          <p:cNvSpPr/>
          <p:nvPr/>
        </p:nvSpPr>
        <p:spPr>
          <a:xfrm>
            <a:off x="1136142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8" name="Shape 26"/>
          <p:cNvSpPr/>
          <p:nvPr/>
        </p:nvSpPr>
        <p:spPr>
          <a:xfrm>
            <a:off x="1257300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29" name="Shape 27"/>
          <p:cNvSpPr/>
          <p:nvPr/>
        </p:nvSpPr>
        <p:spPr>
          <a:xfrm>
            <a:off x="1378458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0" name="Shape 28"/>
          <p:cNvSpPr/>
          <p:nvPr/>
        </p:nvSpPr>
        <p:spPr>
          <a:xfrm>
            <a:off x="1499616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1" name="Shape 29"/>
          <p:cNvSpPr/>
          <p:nvPr/>
        </p:nvSpPr>
        <p:spPr>
          <a:xfrm>
            <a:off x="1620774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2" name="Shape 30"/>
          <p:cNvSpPr/>
          <p:nvPr/>
        </p:nvSpPr>
        <p:spPr>
          <a:xfrm>
            <a:off x="1741932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3" name="Shape 31"/>
          <p:cNvSpPr/>
          <p:nvPr/>
        </p:nvSpPr>
        <p:spPr>
          <a:xfrm>
            <a:off x="1863090" y="4306824"/>
            <a:ext cx="91440" cy="59436"/>
          </a:xfrm>
          <a:prstGeom prst="roundRect">
            <a:avLst>
              <a:gd name="adj" fmla="val 23077"/>
            </a:avLst>
          </a:prstGeom>
          <a:solidFill>
            <a:srgbClr val="8D99AE"/>
          </a:solidFill>
          <a:ln/>
        </p:spPr>
      </p:sp>
      <p:sp>
        <p:nvSpPr>
          <p:cNvPr id="34" name="Shape 32"/>
          <p:cNvSpPr/>
          <p:nvPr/>
        </p:nvSpPr>
        <p:spPr>
          <a:xfrm>
            <a:off x="2103120" y="4183380"/>
            <a:ext cx="146304" cy="2103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8D99A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176272" y="4183380"/>
            <a:ext cx="0" cy="82296"/>
          </a:xfrm>
          <a:prstGeom prst="line">
            <a:avLst/>
          </a:prstGeom>
          <a:noFill/>
          <a:ln w="9525">
            <a:solidFill>
              <a:srgbClr val="8D99A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36976" y="3246120"/>
            <a:ext cx="1207008" cy="814730"/>
          </a:xfrm>
          <a:prstGeom prst="roundRect">
            <a:avLst>
              <a:gd name="adj" fmla="val 6173"/>
            </a:avLst>
          </a:prstGeom>
          <a:solidFill>
            <a:srgbClr val="2B2D42"/>
          </a:solidFill>
          <a:ln/>
        </p:spPr>
      </p:sp>
      <p:sp>
        <p:nvSpPr>
          <p:cNvPr id="37" name="Shape 35"/>
          <p:cNvSpPr/>
          <p:nvPr/>
        </p:nvSpPr>
        <p:spPr>
          <a:xfrm>
            <a:off x="3297326" y="3306470"/>
            <a:ext cx="1086307" cy="694030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38" name="Shape 36"/>
          <p:cNvSpPr/>
          <p:nvPr/>
        </p:nvSpPr>
        <p:spPr>
          <a:xfrm>
            <a:off x="4036015" y="3389754"/>
            <a:ext cx="208209" cy="208209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39" name="Shape 37"/>
          <p:cNvSpPr/>
          <p:nvPr/>
        </p:nvSpPr>
        <p:spPr>
          <a:xfrm>
            <a:off x="3405957" y="3514679"/>
            <a:ext cx="304166" cy="13880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Shape 38"/>
          <p:cNvSpPr/>
          <p:nvPr/>
        </p:nvSpPr>
        <p:spPr>
          <a:xfrm>
            <a:off x="3536314" y="3459157"/>
            <a:ext cx="238988" cy="15268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297326" y="3847813"/>
            <a:ext cx="1086307" cy="152687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42" name="Shape 40"/>
          <p:cNvSpPr/>
          <p:nvPr/>
        </p:nvSpPr>
        <p:spPr>
          <a:xfrm>
            <a:off x="2985516" y="4070909"/>
            <a:ext cx="1709928" cy="130759"/>
          </a:xfrm>
          <a:prstGeom prst="roundRect">
            <a:avLst>
              <a:gd name="adj" fmla="val 30769"/>
            </a:avLst>
          </a:prstGeom>
          <a:solidFill>
            <a:srgbClr val="C0C6D4"/>
          </a:solidFill>
          <a:ln/>
        </p:spPr>
      </p:sp>
      <p:sp>
        <p:nvSpPr>
          <p:cNvPr id="43" name="Shape 41"/>
          <p:cNvSpPr/>
          <p:nvPr/>
        </p:nvSpPr>
        <p:spPr>
          <a:xfrm>
            <a:off x="3639312" y="4070909"/>
            <a:ext cx="402336" cy="45263"/>
          </a:xfrm>
          <a:prstGeom prst="roundRect">
            <a:avLst>
              <a:gd name="adj" fmla="val 44444"/>
            </a:avLst>
          </a:prstGeom>
          <a:solidFill>
            <a:srgbClr val="8D99AE"/>
          </a:solidFill>
          <a:ln/>
        </p:spPr>
      </p:sp>
      <p:sp>
        <p:nvSpPr>
          <p:cNvPr id="44" name="Shape 42"/>
          <p:cNvSpPr/>
          <p:nvPr/>
        </p:nvSpPr>
        <p:spPr>
          <a:xfrm>
            <a:off x="3136392" y="4201668"/>
            <a:ext cx="1408176" cy="35204"/>
          </a:xfrm>
          <a:prstGeom prst="roundRect">
            <a:avLst>
              <a:gd name="adj" fmla="val 42858"/>
            </a:avLst>
          </a:prstGeom>
          <a:solidFill>
            <a:srgbClr val="9AA3B5"/>
          </a:solidFill>
          <a:ln/>
        </p:spPr>
      </p:sp>
      <p:sp>
        <p:nvSpPr>
          <p:cNvPr id="45" name="Shape 43"/>
          <p:cNvSpPr/>
          <p:nvPr/>
        </p:nvSpPr>
        <p:spPr>
          <a:xfrm>
            <a:off x="5079492" y="3214116"/>
            <a:ext cx="1545336" cy="1069848"/>
          </a:xfrm>
          <a:prstGeom prst="roundRect">
            <a:avLst>
              <a:gd name="adj" fmla="val 8889"/>
            </a:avLst>
          </a:prstGeom>
          <a:solidFill>
            <a:srgbClr val="2B2D42"/>
          </a:solidFill>
          <a:ln/>
        </p:spPr>
      </p:sp>
      <p:sp>
        <p:nvSpPr>
          <p:cNvPr id="46" name="Shape 44"/>
          <p:cNvSpPr/>
          <p:nvPr/>
        </p:nvSpPr>
        <p:spPr>
          <a:xfrm>
            <a:off x="5168646" y="3303270"/>
            <a:ext cx="1367028" cy="891540"/>
          </a:xfrm>
          <a:prstGeom prst="rect">
            <a:avLst/>
          </a:prstGeom>
          <a:solidFill>
            <a:srgbClr val="E8F1FF"/>
          </a:solidFill>
          <a:ln/>
        </p:spPr>
      </p:sp>
      <p:sp>
        <p:nvSpPr>
          <p:cNvPr id="47" name="Shape 45"/>
          <p:cNvSpPr/>
          <p:nvPr/>
        </p:nvSpPr>
        <p:spPr>
          <a:xfrm>
            <a:off x="5269687" y="3392424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48" name="Shape 46"/>
          <p:cNvSpPr/>
          <p:nvPr/>
        </p:nvSpPr>
        <p:spPr>
          <a:xfrm>
            <a:off x="5590642" y="3392424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49" name="Shape 47"/>
          <p:cNvSpPr/>
          <p:nvPr/>
        </p:nvSpPr>
        <p:spPr>
          <a:xfrm>
            <a:off x="5911596" y="3392424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50" name="Shape 48"/>
          <p:cNvSpPr/>
          <p:nvPr/>
        </p:nvSpPr>
        <p:spPr>
          <a:xfrm>
            <a:off x="6232550" y="3392424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51" name="Shape 49"/>
          <p:cNvSpPr/>
          <p:nvPr/>
        </p:nvSpPr>
        <p:spPr>
          <a:xfrm>
            <a:off x="5269687" y="3719322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3DDC97"/>
          </a:solidFill>
          <a:ln/>
        </p:spPr>
      </p:sp>
      <p:sp>
        <p:nvSpPr>
          <p:cNvPr id="52" name="Shape 50"/>
          <p:cNvSpPr/>
          <p:nvPr/>
        </p:nvSpPr>
        <p:spPr>
          <a:xfrm>
            <a:off x="5590642" y="3719322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7B5CFF"/>
          </a:solidFill>
          <a:ln/>
        </p:spPr>
      </p:sp>
      <p:sp>
        <p:nvSpPr>
          <p:cNvPr id="53" name="Shape 51"/>
          <p:cNvSpPr/>
          <p:nvPr/>
        </p:nvSpPr>
        <p:spPr>
          <a:xfrm>
            <a:off x="5911596" y="3719322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FF6B6B"/>
          </a:solidFill>
          <a:ln/>
        </p:spPr>
      </p:sp>
      <p:sp>
        <p:nvSpPr>
          <p:cNvPr id="54" name="Shape 52"/>
          <p:cNvSpPr/>
          <p:nvPr/>
        </p:nvSpPr>
        <p:spPr>
          <a:xfrm>
            <a:off x="6232550" y="3719322"/>
            <a:ext cx="249631" cy="249631"/>
          </a:xfrm>
          <a:prstGeom prst="roundRect">
            <a:avLst>
              <a:gd name="adj" fmla="val 23810"/>
            </a:avLst>
          </a:prstGeom>
          <a:solidFill>
            <a:srgbClr val="FFD166"/>
          </a:solidFill>
          <a:ln/>
        </p:spPr>
      </p:sp>
      <p:sp>
        <p:nvSpPr>
          <p:cNvPr id="55" name="Shape 53"/>
          <p:cNvSpPr/>
          <p:nvPr/>
        </p:nvSpPr>
        <p:spPr>
          <a:xfrm>
            <a:off x="5852160" y="3796589"/>
            <a:ext cx="297180" cy="297180"/>
          </a:xfrm>
          <a:prstGeom prst="ellipse">
            <a:avLst/>
          </a:prstGeom>
          <a:solidFill>
            <a:srgbClr val="FFFFFF"/>
          </a:solidFill>
          <a:ln w="24765">
            <a:solidFill>
              <a:srgbClr val="FF6B6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941314" y="3885743"/>
            <a:ext cx="118872" cy="118872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57" name="Shape 55"/>
          <p:cNvSpPr/>
          <p:nvPr/>
        </p:nvSpPr>
        <p:spPr>
          <a:xfrm>
            <a:off x="6982587" y="3630168"/>
            <a:ext cx="1485900" cy="832104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58" name="Shape 56"/>
          <p:cNvSpPr/>
          <p:nvPr/>
        </p:nvSpPr>
        <p:spPr>
          <a:xfrm rot="19800000">
            <a:off x="6893433" y="3719322"/>
            <a:ext cx="475488" cy="225857"/>
          </a:xfrm>
          <a:prstGeom prst="ellipse">
            <a:avLst/>
          </a:prstGeom>
          <a:solidFill>
            <a:srgbClr val="FFC9A3"/>
          </a:solidFill>
          <a:ln/>
        </p:spPr>
      </p:sp>
      <p:sp>
        <p:nvSpPr>
          <p:cNvPr id="59" name="Shape 57"/>
          <p:cNvSpPr/>
          <p:nvPr/>
        </p:nvSpPr>
        <p:spPr>
          <a:xfrm>
            <a:off x="7458075" y="3035808"/>
            <a:ext cx="534924" cy="950976"/>
          </a:xfrm>
          <a:prstGeom prst="roundRect">
            <a:avLst>
              <a:gd name="adj" fmla="val 13333"/>
            </a:avLst>
          </a:prstGeom>
          <a:solidFill>
            <a:srgbClr val="2B2D42"/>
          </a:solidFill>
          <a:ln/>
        </p:spPr>
      </p:sp>
      <p:sp>
        <p:nvSpPr>
          <p:cNvPr id="60" name="Shape 58"/>
          <p:cNvSpPr/>
          <p:nvPr/>
        </p:nvSpPr>
        <p:spPr>
          <a:xfrm>
            <a:off x="7505624" y="3095244"/>
            <a:ext cx="439826" cy="564642"/>
          </a:xfrm>
          <a:prstGeom prst="rect">
            <a:avLst/>
          </a:prstGeom>
          <a:solidFill>
            <a:srgbClr val="7CC8FF"/>
          </a:solidFill>
          <a:ln/>
        </p:spPr>
      </p:sp>
      <p:sp>
        <p:nvSpPr>
          <p:cNvPr id="61" name="Shape 59"/>
          <p:cNvSpPr/>
          <p:nvPr/>
        </p:nvSpPr>
        <p:spPr>
          <a:xfrm>
            <a:off x="7725537" y="3142793"/>
            <a:ext cx="130759" cy="130759"/>
          </a:xfrm>
          <a:prstGeom prst="ellipse">
            <a:avLst/>
          </a:prstGeom>
          <a:solidFill>
            <a:srgbClr val="FFD166"/>
          </a:solidFill>
          <a:ln/>
        </p:spPr>
      </p:sp>
      <p:sp>
        <p:nvSpPr>
          <p:cNvPr id="62" name="Shape 60"/>
          <p:cNvSpPr/>
          <p:nvPr/>
        </p:nvSpPr>
        <p:spPr>
          <a:xfrm>
            <a:off x="7505624" y="3541014"/>
            <a:ext cx="439826" cy="118872"/>
          </a:xfrm>
          <a:prstGeom prst="rect">
            <a:avLst/>
          </a:prstGeom>
          <a:solidFill>
            <a:srgbClr val="5BD18B"/>
          </a:solidFill>
          <a:ln/>
        </p:spPr>
      </p:sp>
      <p:sp>
        <p:nvSpPr>
          <p:cNvPr id="63" name="Shape 61"/>
          <p:cNvSpPr/>
          <p:nvPr/>
        </p:nvSpPr>
        <p:spPr>
          <a:xfrm>
            <a:off x="7547229" y="3749040"/>
            <a:ext cx="106985" cy="106985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64" name="Shape 62"/>
          <p:cNvSpPr/>
          <p:nvPr/>
        </p:nvSpPr>
        <p:spPr>
          <a:xfrm>
            <a:off x="7784973" y="3749040"/>
            <a:ext cx="106985" cy="106985"/>
          </a:xfrm>
          <a:prstGeom prst="ellipse">
            <a:avLst/>
          </a:prstGeom>
          <a:solidFill>
            <a:srgbClr val="3DDC97"/>
          </a:solidFill>
          <a:ln/>
        </p:spPr>
      </p:sp>
      <p:sp>
        <p:nvSpPr>
          <p:cNvPr id="65" name="Shape 63"/>
          <p:cNvSpPr/>
          <p:nvPr/>
        </p:nvSpPr>
        <p:spPr>
          <a:xfrm>
            <a:off x="7992999" y="3214116"/>
            <a:ext cx="267462" cy="-166421"/>
          </a:xfrm>
          <a:prstGeom prst="line">
            <a:avLst/>
          </a:prstGeom>
          <a:noFill/>
          <a:ln w="16510">
            <a:solidFill>
              <a:srgbClr val="5C677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omputer Friends">
  <a:themeElements>
    <a:clrScheme name="Computer Friends">
      <a:dk1>
        <a:srgbClr val="1B2A6B"/>
      </a:dk1>
      <a:lt1>
        <a:srgbClr val="FFFFFF"/>
      </a:lt1>
      <a:dk2>
        <a:srgbClr val="2B2D42"/>
      </a:dk2>
      <a:lt2>
        <a:srgbClr val="F4F8FF"/>
      </a:lt2>
      <a:accent1>
        <a:srgbClr val="3A86FF"/>
      </a:accent1>
      <a:accent2>
        <a:srgbClr val="1FAA6B"/>
      </a:accent2>
      <a:accent3>
        <a:srgbClr val="7B5CFF"/>
      </a:accent3>
      <a:accent4>
        <a:srgbClr val="FF8A00"/>
      </a:accent4>
      <a:accent5>
        <a:srgbClr val="FFD166"/>
      </a:accent5>
      <a:accent6>
        <a:srgbClr val="FF6B6B"/>
      </a:accent6>
      <a:hlink>
        <a:srgbClr val="3A86FF"/>
      </a:hlink>
      <a:folHlink>
        <a:srgbClr val="7B5CFF"/>
      </a:folHlink>
    </a:clrScheme>
    <a:fontScheme name="Computer Friend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Types of Computers</dc:title>
  <dc:subject>PptxGenJS Presentation</dc:subject>
  <dc:creator>PptxGenJS</dc:creator>
  <cp:lastModifiedBy>PptxGenJS</cp:lastModifiedBy>
  <cp:revision>1</cp:revision>
  <dcterms:created xsi:type="dcterms:W3CDTF">2026-10-27T18:13:56Z</dcterms:created>
  <dcterms:modified xsi:type="dcterms:W3CDTF">2026-10-27T18:13:56Z</dcterms:modified>
</cp:coreProperties>
</file>